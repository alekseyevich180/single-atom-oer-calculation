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0"/>
  </p:notesMasterIdLst>
  <p:sldIdLst>
    <p:sldId id="257" r:id="rId2"/>
    <p:sldId id="262" r:id="rId3"/>
    <p:sldId id="258" r:id="rId4"/>
    <p:sldId id="259" r:id="rId5"/>
    <p:sldId id="256" r:id="rId6"/>
    <p:sldId id="263" r:id="rId7"/>
    <p:sldId id="261" r:id="rId8"/>
    <p:sldId id="260" r:id="rId9"/>
  </p:sldIdLst>
  <p:sldSz cx="14417675" cy="16511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7CBD"/>
    <a:srgbClr val="75C2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0" autoAdjust="0"/>
    <p:restoredTop sz="96234" autoAdjust="0"/>
  </p:normalViewPr>
  <p:slideViewPr>
    <p:cSldViewPr snapToGrid="0">
      <p:cViewPr varScale="1">
        <p:scale>
          <a:sx n="40" d="100"/>
          <a:sy n="40" d="100"/>
        </p:scale>
        <p:origin x="181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E42F9B-73EB-473C-9783-CD68F0D14E85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1143000"/>
            <a:ext cx="2695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7C7CE8-E0BB-4E02-AA16-61B6D3AEB4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88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081213" y="1143000"/>
            <a:ext cx="26955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7C7CE8-E0BB-4E02-AA16-61B6D3AEB42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386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1326" y="2702245"/>
            <a:ext cx="12255024" cy="5748479"/>
          </a:xfrm>
        </p:spPr>
        <p:txBody>
          <a:bodyPr anchor="b"/>
          <a:lstStyle>
            <a:lvl1pPr algn="ctr">
              <a:defRPr sz="94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2210" y="8672407"/>
            <a:ext cx="10813256" cy="3986477"/>
          </a:xfrm>
        </p:spPr>
        <p:txBody>
          <a:bodyPr/>
          <a:lstStyle>
            <a:lvl1pPr marL="0" indent="0" algn="ctr">
              <a:buNone/>
              <a:defRPr sz="3784"/>
            </a:lvl1pPr>
            <a:lvl2pPr marL="720867" indent="0" algn="ctr">
              <a:buNone/>
              <a:defRPr sz="3153"/>
            </a:lvl2pPr>
            <a:lvl3pPr marL="1441734" indent="0" algn="ctr">
              <a:buNone/>
              <a:defRPr sz="2838"/>
            </a:lvl3pPr>
            <a:lvl4pPr marL="2162602" indent="0" algn="ctr">
              <a:buNone/>
              <a:defRPr sz="2523"/>
            </a:lvl4pPr>
            <a:lvl5pPr marL="2883469" indent="0" algn="ctr">
              <a:buNone/>
              <a:defRPr sz="2523"/>
            </a:lvl5pPr>
            <a:lvl6pPr marL="3604336" indent="0" algn="ctr">
              <a:buNone/>
              <a:defRPr sz="2523"/>
            </a:lvl6pPr>
            <a:lvl7pPr marL="4325203" indent="0" algn="ctr">
              <a:buNone/>
              <a:defRPr sz="2523"/>
            </a:lvl7pPr>
            <a:lvl8pPr marL="5046071" indent="0" algn="ctr">
              <a:buNone/>
              <a:defRPr sz="2523"/>
            </a:lvl8pPr>
            <a:lvl9pPr marL="5766938" indent="0" algn="ctr">
              <a:buNone/>
              <a:defRPr sz="252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F91A7-21C1-4E55-A741-E14F4FFDEA92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214C-A51F-4740-B772-4FC19C9800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911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F91A7-21C1-4E55-A741-E14F4FFDEA92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214C-A51F-4740-B772-4FC19C9800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541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3707" y="4116435"/>
            <a:ext cx="12435245" cy="6868361"/>
          </a:xfrm>
        </p:spPr>
        <p:txBody>
          <a:bodyPr anchor="b"/>
          <a:lstStyle>
            <a:lvl1pPr>
              <a:defRPr sz="94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3707" y="11049773"/>
            <a:ext cx="12435245" cy="3611909"/>
          </a:xfrm>
        </p:spPr>
        <p:txBody>
          <a:bodyPr/>
          <a:lstStyle>
            <a:lvl1pPr marL="0" indent="0">
              <a:buNone/>
              <a:defRPr sz="3784">
                <a:solidFill>
                  <a:schemeClr val="tx1">
                    <a:tint val="82000"/>
                  </a:schemeClr>
                </a:solidFill>
              </a:defRPr>
            </a:lvl1pPr>
            <a:lvl2pPr marL="720867" indent="0">
              <a:buNone/>
              <a:defRPr sz="3153">
                <a:solidFill>
                  <a:schemeClr val="tx1">
                    <a:tint val="82000"/>
                  </a:schemeClr>
                </a:solidFill>
              </a:defRPr>
            </a:lvl2pPr>
            <a:lvl3pPr marL="1441734" indent="0">
              <a:buNone/>
              <a:defRPr sz="2838">
                <a:solidFill>
                  <a:schemeClr val="tx1">
                    <a:tint val="82000"/>
                  </a:schemeClr>
                </a:solidFill>
              </a:defRPr>
            </a:lvl3pPr>
            <a:lvl4pPr marL="2162602" indent="0">
              <a:buNone/>
              <a:defRPr sz="2523">
                <a:solidFill>
                  <a:schemeClr val="tx1">
                    <a:tint val="82000"/>
                  </a:schemeClr>
                </a:solidFill>
              </a:defRPr>
            </a:lvl4pPr>
            <a:lvl5pPr marL="2883469" indent="0">
              <a:buNone/>
              <a:defRPr sz="2523">
                <a:solidFill>
                  <a:schemeClr val="tx1">
                    <a:tint val="82000"/>
                  </a:schemeClr>
                </a:solidFill>
              </a:defRPr>
            </a:lvl5pPr>
            <a:lvl6pPr marL="3604336" indent="0">
              <a:buNone/>
              <a:defRPr sz="2523">
                <a:solidFill>
                  <a:schemeClr val="tx1">
                    <a:tint val="82000"/>
                  </a:schemeClr>
                </a:solidFill>
              </a:defRPr>
            </a:lvl6pPr>
            <a:lvl7pPr marL="4325203" indent="0">
              <a:buNone/>
              <a:defRPr sz="2523">
                <a:solidFill>
                  <a:schemeClr val="tx1">
                    <a:tint val="82000"/>
                  </a:schemeClr>
                </a:solidFill>
              </a:defRPr>
            </a:lvl7pPr>
            <a:lvl8pPr marL="5046071" indent="0">
              <a:buNone/>
              <a:defRPr sz="2523">
                <a:solidFill>
                  <a:schemeClr val="tx1">
                    <a:tint val="82000"/>
                  </a:schemeClr>
                </a:solidFill>
              </a:defRPr>
            </a:lvl8pPr>
            <a:lvl9pPr marL="5766938" indent="0">
              <a:buNone/>
              <a:defRPr sz="25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F91A7-21C1-4E55-A741-E14F4FFDEA92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214C-A51F-4740-B772-4FC19C9800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065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1215" y="4395446"/>
            <a:ext cx="6127512" cy="104764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8948" y="4395446"/>
            <a:ext cx="6127512" cy="104764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F91A7-21C1-4E55-A741-E14F4FFDEA92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214C-A51F-4740-B772-4FC19C9800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924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093" y="879093"/>
            <a:ext cx="12435245" cy="319147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3095" y="4047633"/>
            <a:ext cx="6099351" cy="1983683"/>
          </a:xfrm>
        </p:spPr>
        <p:txBody>
          <a:bodyPr anchor="b"/>
          <a:lstStyle>
            <a:lvl1pPr marL="0" indent="0">
              <a:buNone/>
              <a:defRPr sz="3784" b="1"/>
            </a:lvl1pPr>
            <a:lvl2pPr marL="720867" indent="0">
              <a:buNone/>
              <a:defRPr sz="3153" b="1"/>
            </a:lvl2pPr>
            <a:lvl3pPr marL="1441734" indent="0">
              <a:buNone/>
              <a:defRPr sz="2838" b="1"/>
            </a:lvl3pPr>
            <a:lvl4pPr marL="2162602" indent="0">
              <a:buNone/>
              <a:defRPr sz="2523" b="1"/>
            </a:lvl4pPr>
            <a:lvl5pPr marL="2883469" indent="0">
              <a:buNone/>
              <a:defRPr sz="2523" b="1"/>
            </a:lvl5pPr>
            <a:lvl6pPr marL="3604336" indent="0">
              <a:buNone/>
              <a:defRPr sz="2523" b="1"/>
            </a:lvl6pPr>
            <a:lvl7pPr marL="4325203" indent="0">
              <a:buNone/>
              <a:defRPr sz="2523" b="1"/>
            </a:lvl7pPr>
            <a:lvl8pPr marL="5046071" indent="0">
              <a:buNone/>
              <a:defRPr sz="2523" b="1"/>
            </a:lvl8pPr>
            <a:lvl9pPr marL="5766938" indent="0">
              <a:buNone/>
              <a:defRPr sz="252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3095" y="6031316"/>
            <a:ext cx="6099351" cy="887115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8949" y="4047633"/>
            <a:ext cx="6129390" cy="1983683"/>
          </a:xfrm>
        </p:spPr>
        <p:txBody>
          <a:bodyPr anchor="b"/>
          <a:lstStyle>
            <a:lvl1pPr marL="0" indent="0">
              <a:buNone/>
              <a:defRPr sz="3784" b="1"/>
            </a:lvl1pPr>
            <a:lvl2pPr marL="720867" indent="0">
              <a:buNone/>
              <a:defRPr sz="3153" b="1"/>
            </a:lvl2pPr>
            <a:lvl3pPr marL="1441734" indent="0">
              <a:buNone/>
              <a:defRPr sz="2838" b="1"/>
            </a:lvl3pPr>
            <a:lvl4pPr marL="2162602" indent="0">
              <a:buNone/>
              <a:defRPr sz="2523" b="1"/>
            </a:lvl4pPr>
            <a:lvl5pPr marL="2883469" indent="0">
              <a:buNone/>
              <a:defRPr sz="2523" b="1"/>
            </a:lvl5pPr>
            <a:lvl6pPr marL="3604336" indent="0">
              <a:buNone/>
              <a:defRPr sz="2523" b="1"/>
            </a:lvl6pPr>
            <a:lvl7pPr marL="4325203" indent="0">
              <a:buNone/>
              <a:defRPr sz="2523" b="1"/>
            </a:lvl7pPr>
            <a:lvl8pPr marL="5046071" indent="0">
              <a:buNone/>
              <a:defRPr sz="2523" b="1"/>
            </a:lvl8pPr>
            <a:lvl9pPr marL="5766938" indent="0">
              <a:buNone/>
              <a:defRPr sz="252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8949" y="6031316"/>
            <a:ext cx="6129390" cy="887115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F91A7-21C1-4E55-A741-E14F4FFDEA92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214C-A51F-4740-B772-4FC19C9800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923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F91A7-21C1-4E55-A741-E14F4FFDEA92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214C-A51F-4740-B772-4FC19C9800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120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F91A7-21C1-4E55-A741-E14F4FFDEA92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214C-A51F-4740-B772-4FC19C9800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093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093" y="1100772"/>
            <a:ext cx="4650075" cy="3852704"/>
          </a:xfrm>
        </p:spPr>
        <p:txBody>
          <a:bodyPr anchor="b"/>
          <a:lstStyle>
            <a:lvl1pPr>
              <a:defRPr sz="50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9390" y="2377367"/>
            <a:ext cx="7298948" cy="11733929"/>
          </a:xfrm>
        </p:spPr>
        <p:txBody>
          <a:bodyPr/>
          <a:lstStyle>
            <a:lvl1pPr>
              <a:defRPr sz="5045"/>
            </a:lvl1pPr>
            <a:lvl2pPr>
              <a:defRPr sz="4415"/>
            </a:lvl2pPr>
            <a:lvl3pPr>
              <a:defRPr sz="3784"/>
            </a:lvl3pPr>
            <a:lvl4pPr>
              <a:defRPr sz="3153"/>
            </a:lvl4pPr>
            <a:lvl5pPr>
              <a:defRPr sz="3153"/>
            </a:lvl5pPr>
            <a:lvl6pPr>
              <a:defRPr sz="3153"/>
            </a:lvl6pPr>
            <a:lvl7pPr>
              <a:defRPr sz="3153"/>
            </a:lvl7pPr>
            <a:lvl8pPr>
              <a:defRPr sz="3153"/>
            </a:lvl8pPr>
            <a:lvl9pPr>
              <a:defRPr sz="315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3093" y="4953476"/>
            <a:ext cx="4650075" cy="9176928"/>
          </a:xfrm>
        </p:spPr>
        <p:txBody>
          <a:bodyPr/>
          <a:lstStyle>
            <a:lvl1pPr marL="0" indent="0">
              <a:buNone/>
              <a:defRPr sz="2523"/>
            </a:lvl1pPr>
            <a:lvl2pPr marL="720867" indent="0">
              <a:buNone/>
              <a:defRPr sz="2207"/>
            </a:lvl2pPr>
            <a:lvl3pPr marL="1441734" indent="0">
              <a:buNone/>
              <a:defRPr sz="1892"/>
            </a:lvl3pPr>
            <a:lvl4pPr marL="2162602" indent="0">
              <a:buNone/>
              <a:defRPr sz="1577"/>
            </a:lvl4pPr>
            <a:lvl5pPr marL="2883469" indent="0">
              <a:buNone/>
              <a:defRPr sz="1577"/>
            </a:lvl5pPr>
            <a:lvl6pPr marL="3604336" indent="0">
              <a:buNone/>
              <a:defRPr sz="1577"/>
            </a:lvl6pPr>
            <a:lvl7pPr marL="4325203" indent="0">
              <a:buNone/>
              <a:defRPr sz="1577"/>
            </a:lvl7pPr>
            <a:lvl8pPr marL="5046071" indent="0">
              <a:buNone/>
              <a:defRPr sz="1577"/>
            </a:lvl8pPr>
            <a:lvl9pPr marL="5766938" indent="0">
              <a:buNone/>
              <a:defRPr sz="157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F91A7-21C1-4E55-A741-E14F4FFDEA92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214C-A51F-4740-B772-4FC19C9800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134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093" y="1100772"/>
            <a:ext cx="4650075" cy="3852704"/>
          </a:xfrm>
        </p:spPr>
        <p:txBody>
          <a:bodyPr anchor="b"/>
          <a:lstStyle>
            <a:lvl1pPr>
              <a:defRPr sz="50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9390" y="2377367"/>
            <a:ext cx="7298948" cy="11733929"/>
          </a:xfrm>
        </p:spPr>
        <p:txBody>
          <a:bodyPr anchor="t"/>
          <a:lstStyle>
            <a:lvl1pPr marL="0" indent="0">
              <a:buNone/>
              <a:defRPr sz="5045"/>
            </a:lvl1pPr>
            <a:lvl2pPr marL="720867" indent="0">
              <a:buNone/>
              <a:defRPr sz="4415"/>
            </a:lvl2pPr>
            <a:lvl3pPr marL="1441734" indent="0">
              <a:buNone/>
              <a:defRPr sz="3784"/>
            </a:lvl3pPr>
            <a:lvl4pPr marL="2162602" indent="0">
              <a:buNone/>
              <a:defRPr sz="3153"/>
            </a:lvl4pPr>
            <a:lvl5pPr marL="2883469" indent="0">
              <a:buNone/>
              <a:defRPr sz="3153"/>
            </a:lvl5pPr>
            <a:lvl6pPr marL="3604336" indent="0">
              <a:buNone/>
              <a:defRPr sz="3153"/>
            </a:lvl6pPr>
            <a:lvl7pPr marL="4325203" indent="0">
              <a:buNone/>
              <a:defRPr sz="3153"/>
            </a:lvl7pPr>
            <a:lvl8pPr marL="5046071" indent="0">
              <a:buNone/>
              <a:defRPr sz="3153"/>
            </a:lvl8pPr>
            <a:lvl9pPr marL="5766938" indent="0">
              <a:buNone/>
              <a:defRPr sz="315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3093" y="4953476"/>
            <a:ext cx="4650075" cy="9176928"/>
          </a:xfrm>
        </p:spPr>
        <p:txBody>
          <a:bodyPr/>
          <a:lstStyle>
            <a:lvl1pPr marL="0" indent="0">
              <a:buNone/>
              <a:defRPr sz="2523"/>
            </a:lvl1pPr>
            <a:lvl2pPr marL="720867" indent="0">
              <a:buNone/>
              <a:defRPr sz="2207"/>
            </a:lvl2pPr>
            <a:lvl3pPr marL="1441734" indent="0">
              <a:buNone/>
              <a:defRPr sz="1892"/>
            </a:lvl3pPr>
            <a:lvl4pPr marL="2162602" indent="0">
              <a:buNone/>
              <a:defRPr sz="1577"/>
            </a:lvl4pPr>
            <a:lvl5pPr marL="2883469" indent="0">
              <a:buNone/>
              <a:defRPr sz="1577"/>
            </a:lvl5pPr>
            <a:lvl6pPr marL="3604336" indent="0">
              <a:buNone/>
              <a:defRPr sz="1577"/>
            </a:lvl6pPr>
            <a:lvl7pPr marL="4325203" indent="0">
              <a:buNone/>
              <a:defRPr sz="1577"/>
            </a:lvl7pPr>
            <a:lvl8pPr marL="5046071" indent="0">
              <a:buNone/>
              <a:defRPr sz="1577"/>
            </a:lvl8pPr>
            <a:lvl9pPr marL="5766938" indent="0">
              <a:buNone/>
              <a:defRPr sz="157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F91A7-21C1-4E55-A741-E14F4FFDEA92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214C-A51F-4740-B772-4FC19C9800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202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F91A7-21C1-4E55-A741-E14F4FFDEA92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214C-A51F-4740-B772-4FC19C9800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793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17650" y="879089"/>
            <a:ext cx="3108811" cy="1399280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1216" y="879089"/>
            <a:ext cx="9146213" cy="1399280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F91A7-21C1-4E55-A741-E14F4FFDEA92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214C-A51F-4740-B772-4FC19C9800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195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1215" y="879093"/>
            <a:ext cx="12435245" cy="3191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215" y="4395446"/>
            <a:ext cx="12435245" cy="10476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1215" y="15303800"/>
            <a:ext cx="3243977" cy="879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EF91A7-21C1-4E55-A741-E14F4FFDEA92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5855" y="15303800"/>
            <a:ext cx="4865965" cy="879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82483" y="15303800"/>
            <a:ext cx="3243977" cy="879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1D214C-A51F-4740-B772-4FC19C9800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263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441734" rtl="0" eaLnBrk="1" latinLnBrk="0" hangingPunct="1">
        <a:lnSpc>
          <a:spcPct val="90000"/>
        </a:lnSpc>
        <a:spcBef>
          <a:spcPct val="0"/>
        </a:spcBef>
        <a:buNone/>
        <a:defRPr sz="69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434" indent="-360434" algn="l" defTabSz="1441734" rtl="0" eaLnBrk="1" latinLnBrk="0" hangingPunct="1">
        <a:lnSpc>
          <a:spcPct val="90000"/>
        </a:lnSpc>
        <a:spcBef>
          <a:spcPts val="1577"/>
        </a:spcBef>
        <a:buFont typeface="Arial" panose="020B0604020202020204" pitchFamily="34" charset="0"/>
        <a:buChar char="•"/>
        <a:defRPr sz="4415" kern="1200">
          <a:solidFill>
            <a:schemeClr val="tx1"/>
          </a:solidFill>
          <a:latin typeface="+mn-lt"/>
          <a:ea typeface="+mn-ea"/>
          <a:cs typeface="+mn-cs"/>
        </a:defRPr>
      </a:lvl1pPr>
      <a:lvl2pPr marL="1081301" indent="-360434" algn="l" defTabSz="1441734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3784" kern="1200">
          <a:solidFill>
            <a:schemeClr val="tx1"/>
          </a:solidFill>
          <a:latin typeface="+mn-lt"/>
          <a:ea typeface="+mn-ea"/>
          <a:cs typeface="+mn-cs"/>
        </a:defRPr>
      </a:lvl2pPr>
      <a:lvl3pPr marL="1802168" indent="-360434" algn="l" defTabSz="1441734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3153" kern="1200">
          <a:solidFill>
            <a:schemeClr val="tx1"/>
          </a:solidFill>
          <a:latin typeface="+mn-lt"/>
          <a:ea typeface="+mn-ea"/>
          <a:cs typeface="+mn-cs"/>
        </a:defRPr>
      </a:lvl3pPr>
      <a:lvl4pPr marL="2523035" indent="-360434" algn="l" defTabSz="1441734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838" kern="1200">
          <a:solidFill>
            <a:schemeClr val="tx1"/>
          </a:solidFill>
          <a:latin typeface="+mn-lt"/>
          <a:ea typeface="+mn-ea"/>
          <a:cs typeface="+mn-cs"/>
        </a:defRPr>
      </a:lvl4pPr>
      <a:lvl5pPr marL="3243903" indent="-360434" algn="l" defTabSz="1441734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838" kern="1200">
          <a:solidFill>
            <a:schemeClr val="tx1"/>
          </a:solidFill>
          <a:latin typeface="+mn-lt"/>
          <a:ea typeface="+mn-ea"/>
          <a:cs typeface="+mn-cs"/>
        </a:defRPr>
      </a:lvl5pPr>
      <a:lvl6pPr marL="3964770" indent="-360434" algn="l" defTabSz="1441734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838" kern="1200">
          <a:solidFill>
            <a:schemeClr val="tx1"/>
          </a:solidFill>
          <a:latin typeface="+mn-lt"/>
          <a:ea typeface="+mn-ea"/>
          <a:cs typeface="+mn-cs"/>
        </a:defRPr>
      </a:lvl6pPr>
      <a:lvl7pPr marL="4685637" indent="-360434" algn="l" defTabSz="1441734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838" kern="1200">
          <a:solidFill>
            <a:schemeClr val="tx1"/>
          </a:solidFill>
          <a:latin typeface="+mn-lt"/>
          <a:ea typeface="+mn-ea"/>
          <a:cs typeface="+mn-cs"/>
        </a:defRPr>
      </a:lvl7pPr>
      <a:lvl8pPr marL="5406504" indent="-360434" algn="l" defTabSz="1441734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838" kern="1200">
          <a:solidFill>
            <a:schemeClr val="tx1"/>
          </a:solidFill>
          <a:latin typeface="+mn-lt"/>
          <a:ea typeface="+mn-ea"/>
          <a:cs typeface="+mn-cs"/>
        </a:defRPr>
      </a:lvl8pPr>
      <a:lvl9pPr marL="6127372" indent="-360434" algn="l" defTabSz="1441734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8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41734" rtl="0" eaLnBrk="1" latinLnBrk="0" hangingPunct="1">
        <a:defRPr sz="2838" kern="1200">
          <a:solidFill>
            <a:schemeClr val="tx1"/>
          </a:solidFill>
          <a:latin typeface="+mn-lt"/>
          <a:ea typeface="+mn-ea"/>
          <a:cs typeface="+mn-cs"/>
        </a:defRPr>
      </a:lvl1pPr>
      <a:lvl2pPr marL="720867" algn="l" defTabSz="1441734" rtl="0" eaLnBrk="1" latinLnBrk="0" hangingPunct="1">
        <a:defRPr sz="2838" kern="1200">
          <a:solidFill>
            <a:schemeClr val="tx1"/>
          </a:solidFill>
          <a:latin typeface="+mn-lt"/>
          <a:ea typeface="+mn-ea"/>
          <a:cs typeface="+mn-cs"/>
        </a:defRPr>
      </a:lvl2pPr>
      <a:lvl3pPr marL="1441734" algn="l" defTabSz="1441734" rtl="0" eaLnBrk="1" latinLnBrk="0" hangingPunct="1">
        <a:defRPr sz="2838" kern="1200">
          <a:solidFill>
            <a:schemeClr val="tx1"/>
          </a:solidFill>
          <a:latin typeface="+mn-lt"/>
          <a:ea typeface="+mn-ea"/>
          <a:cs typeface="+mn-cs"/>
        </a:defRPr>
      </a:lvl3pPr>
      <a:lvl4pPr marL="2162602" algn="l" defTabSz="1441734" rtl="0" eaLnBrk="1" latinLnBrk="0" hangingPunct="1">
        <a:defRPr sz="2838" kern="1200">
          <a:solidFill>
            <a:schemeClr val="tx1"/>
          </a:solidFill>
          <a:latin typeface="+mn-lt"/>
          <a:ea typeface="+mn-ea"/>
          <a:cs typeface="+mn-cs"/>
        </a:defRPr>
      </a:lvl4pPr>
      <a:lvl5pPr marL="2883469" algn="l" defTabSz="1441734" rtl="0" eaLnBrk="1" latinLnBrk="0" hangingPunct="1">
        <a:defRPr sz="2838" kern="1200">
          <a:solidFill>
            <a:schemeClr val="tx1"/>
          </a:solidFill>
          <a:latin typeface="+mn-lt"/>
          <a:ea typeface="+mn-ea"/>
          <a:cs typeface="+mn-cs"/>
        </a:defRPr>
      </a:lvl5pPr>
      <a:lvl6pPr marL="3604336" algn="l" defTabSz="1441734" rtl="0" eaLnBrk="1" latinLnBrk="0" hangingPunct="1">
        <a:defRPr sz="2838" kern="1200">
          <a:solidFill>
            <a:schemeClr val="tx1"/>
          </a:solidFill>
          <a:latin typeface="+mn-lt"/>
          <a:ea typeface="+mn-ea"/>
          <a:cs typeface="+mn-cs"/>
        </a:defRPr>
      </a:lvl6pPr>
      <a:lvl7pPr marL="4325203" algn="l" defTabSz="1441734" rtl="0" eaLnBrk="1" latinLnBrk="0" hangingPunct="1">
        <a:defRPr sz="2838" kern="1200">
          <a:solidFill>
            <a:schemeClr val="tx1"/>
          </a:solidFill>
          <a:latin typeface="+mn-lt"/>
          <a:ea typeface="+mn-ea"/>
          <a:cs typeface="+mn-cs"/>
        </a:defRPr>
      </a:lvl7pPr>
      <a:lvl8pPr marL="5046071" algn="l" defTabSz="1441734" rtl="0" eaLnBrk="1" latinLnBrk="0" hangingPunct="1">
        <a:defRPr sz="2838" kern="1200">
          <a:solidFill>
            <a:schemeClr val="tx1"/>
          </a:solidFill>
          <a:latin typeface="+mn-lt"/>
          <a:ea typeface="+mn-ea"/>
          <a:cs typeface="+mn-cs"/>
        </a:defRPr>
      </a:lvl8pPr>
      <a:lvl9pPr marL="5766938" algn="l" defTabSz="1441734" rtl="0" eaLnBrk="1" latinLnBrk="0" hangingPunct="1">
        <a:defRPr sz="28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g"/><Relationship Id="rId13" Type="http://schemas.openxmlformats.org/officeDocument/2006/relationships/image" Target="../media/image44.jpg"/><Relationship Id="rId18" Type="http://schemas.openxmlformats.org/officeDocument/2006/relationships/image" Target="../media/image49.jpg"/><Relationship Id="rId3" Type="http://schemas.openxmlformats.org/officeDocument/2006/relationships/image" Target="../media/image34.jpg"/><Relationship Id="rId21" Type="http://schemas.openxmlformats.org/officeDocument/2006/relationships/image" Target="../media/image52.jpg"/><Relationship Id="rId7" Type="http://schemas.openxmlformats.org/officeDocument/2006/relationships/image" Target="../media/image38.jpg"/><Relationship Id="rId12" Type="http://schemas.openxmlformats.org/officeDocument/2006/relationships/image" Target="../media/image43.jpg"/><Relationship Id="rId17" Type="http://schemas.openxmlformats.org/officeDocument/2006/relationships/image" Target="../media/image48.jpg"/><Relationship Id="rId25" Type="http://schemas.openxmlformats.org/officeDocument/2006/relationships/image" Target="../media/image56.jpg"/><Relationship Id="rId2" Type="http://schemas.openxmlformats.org/officeDocument/2006/relationships/image" Target="../media/image33.jpg"/><Relationship Id="rId16" Type="http://schemas.openxmlformats.org/officeDocument/2006/relationships/image" Target="../media/image47.jpg"/><Relationship Id="rId20" Type="http://schemas.openxmlformats.org/officeDocument/2006/relationships/image" Target="../media/image5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g"/><Relationship Id="rId11" Type="http://schemas.openxmlformats.org/officeDocument/2006/relationships/image" Target="../media/image42.jpg"/><Relationship Id="rId24" Type="http://schemas.openxmlformats.org/officeDocument/2006/relationships/image" Target="../media/image55.jpg"/><Relationship Id="rId5" Type="http://schemas.openxmlformats.org/officeDocument/2006/relationships/image" Target="../media/image36.jpg"/><Relationship Id="rId15" Type="http://schemas.openxmlformats.org/officeDocument/2006/relationships/image" Target="../media/image46.jpg"/><Relationship Id="rId23" Type="http://schemas.openxmlformats.org/officeDocument/2006/relationships/image" Target="../media/image54.jpg"/><Relationship Id="rId10" Type="http://schemas.openxmlformats.org/officeDocument/2006/relationships/image" Target="../media/image41.jpg"/><Relationship Id="rId19" Type="http://schemas.openxmlformats.org/officeDocument/2006/relationships/image" Target="../media/image50.jpg"/><Relationship Id="rId4" Type="http://schemas.openxmlformats.org/officeDocument/2006/relationships/image" Target="../media/image35.jpg"/><Relationship Id="rId9" Type="http://schemas.openxmlformats.org/officeDocument/2006/relationships/image" Target="../media/image40.jpg"/><Relationship Id="rId14" Type="http://schemas.openxmlformats.org/officeDocument/2006/relationships/image" Target="../media/image45.jpg"/><Relationship Id="rId22" Type="http://schemas.openxmlformats.org/officeDocument/2006/relationships/image" Target="../media/image53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jpg"/><Relationship Id="rId13" Type="http://schemas.openxmlformats.org/officeDocument/2006/relationships/image" Target="../media/image68.jpg"/><Relationship Id="rId18" Type="http://schemas.openxmlformats.org/officeDocument/2006/relationships/image" Target="../media/image73.jpg"/><Relationship Id="rId3" Type="http://schemas.openxmlformats.org/officeDocument/2006/relationships/image" Target="../media/image58.jpg"/><Relationship Id="rId7" Type="http://schemas.openxmlformats.org/officeDocument/2006/relationships/image" Target="../media/image62.jpg"/><Relationship Id="rId12" Type="http://schemas.openxmlformats.org/officeDocument/2006/relationships/image" Target="../media/image67.jpg"/><Relationship Id="rId17" Type="http://schemas.openxmlformats.org/officeDocument/2006/relationships/image" Target="../media/image72.jpg"/><Relationship Id="rId2" Type="http://schemas.openxmlformats.org/officeDocument/2006/relationships/image" Target="../media/image57.jpg"/><Relationship Id="rId16" Type="http://schemas.openxmlformats.org/officeDocument/2006/relationships/image" Target="../media/image7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jpg"/><Relationship Id="rId11" Type="http://schemas.openxmlformats.org/officeDocument/2006/relationships/image" Target="../media/image66.jpg"/><Relationship Id="rId5" Type="http://schemas.openxmlformats.org/officeDocument/2006/relationships/image" Target="../media/image60.jpg"/><Relationship Id="rId15" Type="http://schemas.openxmlformats.org/officeDocument/2006/relationships/image" Target="../media/image70.jpg"/><Relationship Id="rId10" Type="http://schemas.openxmlformats.org/officeDocument/2006/relationships/image" Target="../media/image65.jpg"/><Relationship Id="rId19" Type="http://schemas.openxmlformats.org/officeDocument/2006/relationships/image" Target="../media/image74.jpg"/><Relationship Id="rId4" Type="http://schemas.openxmlformats.org/officeDocument/2006/relationships/image" Target="../media/image59.jpg"/><Relationship Id="rId9" Type="http://schemas.openxmlformats.org/officeDocument/2006/relationships/image" Target="../media/image64.jpg"/><Relationship Id="rId14" Type="http://schemas.openxmlformats.org/officeDocument/2006/relationships/image" Target="../media/image6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图表, 散点图&#10;&#10;AI 生成的内容可能不正确。">
            <a:extLst>
              <a:ext uri="{FF2B5EF4-FFF2-40B4-BE49-F238E27FC236}">
                <a16:creationId xmlns:a16="http://schemas.microsoft.com/office/drawing/2014/main" id="{927E6E0C-ED9B-6AD3-203A-B3919F8D9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032" y="4403007"/>
            <a:ext cx="4453136" cy="3520447"/>
          </a:xfrm>
          <a:prstGeom prst="rect">
            <a:avLst/>
          </a:prstGeom>
        </p:spPr>
      </p:pic>
      <p:pic>
        <p:nvPicPr>
          <p:cNvPr id="27" name="图片 26" descr="图表, 散点图&#10;&#10;AI 生成的内容可能不正确。">
            <a:extLst>
              <a:ext uri="{FF2B5EF4-FFF2-40B4-BE49-F238E27FC236}">
                <a16:creationId xmlns:a16="http://schemas.microsoft.com/office/drawing/2014/main" id="{4BE58C11-3626-6864-ECE9-F607F4E3FC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342" y="907704"/>
            <a:ext cx="4637541" cy="3503683"/>
          </a:xfrm>
          <a:prstGeom prst="rect">
            <a:avLst/>
          </a:prstGeom>
        </p:spPr>
      </p:pic>
      <p:pic>
        <p:nvPicPr>
          <p:cNvPr id="23" name="图片 22" descr="图表, 散点图&#10;&#10;AI 生成的内容可能不正确。">
            <a:extLst>
              <a:ext uri="{FF2B5EF4-FFF2-40B4-BE49-F238E27FC236}">
                <a16:creationId xmlns:a16="http://schemas.microsoft.com/office/drawing/2014/main" id="{45DFE432-4C20-08A1-2C4D-C27A6D8025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899322"/>
            <a:ext cx="4637541" cy="3503683"/>
          </a:xfrm>
          <a:prstGeom prst="rect">
            <a:avLst/>
          </a:prstGeom>
        </p:spPr>
      </p:pic>
      <p:pic>
        <p:nvPicPr>
          <p:cNvPr id="25" name="图片 24" descr="图表, 散点图&#10;&#10;AI 生成的内容可能不正确。">
            <a:extLst>
              <a:ext uri="{FF2B5EF4-FFF2-40B4-BE49-F238E27FC236}">
                <a16:creationId xmlns:a16="http://schemas.microsoft.com/office/drawing/2014/main" id="{B427AC91-AD56-C344-FE12-0BC862B63A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4403007"/>
            <a:ext cx="4453136" cy="352044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F1A50DF-BA6E-2A6A-66E7-17747C8107B0}"/>
              </a:ext>
            </a:extLst>
          </p:cNvPr>
          <p:cNvSpPr txBox="1"/>
          <p:nvPr/>
        </p:nvSpPr>
        <p:spPr>
          <a:xfrm>
            <a:off x="0" y="4079842"/>
            <a:ext cx="829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PBE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9FCEC6D-F215-3D7E-1FA7-89261A44E8A4}"/>
              </a:ext>
            </a:extLst>
          </p:cNvPr>
          <p:cNvSpPr txBox="1"/>
          <p:nvPr/>
        </p:nvSpPr>
        <p:spPr>
          <a:xfrm>
            <a:off x="4187963" y="4079842"/>
            <a:ext cx="1538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PBE +D3</a:t>
            </a:r>
          </a:p>
        </p:txBody>
      </p:sp>
      <p:pic>
        <p:nvPicPr>
          <p:cNvPr id="31" name="图片 30" descr="图表, 散点图&#10;&#10;AI 生成的内容可能不正确。">
            <a:extLst>
              <a:ext uri="{FF2B5EF4-FFF2-40B4-BE49-F238E27FC236}">
                <a16:creationId xmlns:a16="http://schemas.microsoft.com/office/drawing/2014/main" id="{E2206D1D-1E3F-9CB4-4056-B0BADA3596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4346" y="4398815"/>
            <a:ext cx="4453136" cy="3520447"/>
          </a:xfrm>
          <a:prstGeom prst="rect">
            <a:avLst/>
          </a:prstGeom>
        </p:spPr>
      </p:pic>
      <p:pic>
        <p:nvPicPr>
          <p:cNvPr id="33" name="图片 32" descr="图表, 散点图&#10;&#10;AI 生成的内容可能不正确。">
            <a:extLst>
              <a:ext uri="{FF2B5EF4-FFF2-40B4-BE49-F238E27FC236}">
                <a16:creationId xmlns:a16="http://schemas.microsoft.com/office/drawing/2014/main" id="{5D0FF7D4-6505-86CE-C963-F2A70F6F31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883" y="899322"/>
            <a:ext cx="4637541" cy="3503683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608C047F-D199-4B38-5D22-CCC0374D35EE}"/>
              </a:ext>
            </a:extLst>
          </p:cNvPr>
          <p:cNvSpPr txBox="1"/>
          <p:nvPr/>
        </p:nvSpPr>
        <p:spPr>
          <a:xfrm>
            <a:off x="8561301" y="4079842"/>
            <a:ext cx="1538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PBE +D2</a:t>
            </a:r>
          </a:p>
        </p:txBody>
      </p:sp>
      <p:pic>
        <p:nvPicPr>
          <p:cNvPr id="36" name="图片 35" descr="图表, 散点图&#10;&#10;AI 生成的内容可能不正确。">
            <a:extLst>
              <a:ext uri="{FF2B5EF4-FFF2-40B4-BE49-F238E27FC236}">
                <a16:creationId xmlns:a16="http://schemas.microsoft.com/office/drawing/2014/main" id="{42AAE85A-A8AC-6AA7-2B5F-E8B46D322A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7923453"/>
            <a:ext cx="4637541" cy="3503683"/>
          </a:xfrm>
          <a:prstGeom prst="rect">
            <a:avLst/>
          </a:prstGeom>
        </p:spPr>
      </p:pic>
      <p:pic>
        <p:nvPicPr>
          <p:cNvPr id="38" name="图片 37" descr="图表, 散点图&#10;&#10;AI 生成的内容可能不正确。">
            <a:extLst>
              <a:ext uri="{FF2B5EF4-FFF2-40B4-BE49-F238E27FC236}">
                <a16:creationId xmlns:a16="http://schemas.microsoft.com/office/drawing/2014/main" id="{6D38B2A4-F9A2-913E-4332-0CED6B9C47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11418754"/>
            <a:ext cx="4453136" cy="3520447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132CBACE-5916-3CFA-2E26-30470DB4307C}"/>
              </a:ext>
            </a:extLst>
          </p:cNvPr>
          <p:cNvSpPr txBox="1"/>
          <p:nvPr/>
        </p:nvSpPr>
        <p:spPr>
          <a:xfrm>
            <a:off x="1" y="11074567"/>
            <a:ext cx="2210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PBE ISPIN = 1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5" name="图片 44" descr="图表, 散点图&#10;&#10;AI 生成的内容可能不正确。">
            <a:extLst>
              <a:ext uri="{FF2B5EF4-FFF2-40B4-BE49-F238E27FC236}">
                <a16:creationId xmlns:a16="http://schemas.microsoft.com/office/drawing/2014/main" id="{13C35C75-7AE5-E1B8-8975-19936EABED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542" y="7910879"/>
            <a:ext cx="4584202" cy="3503683"/>
          </a:xfrm>
          <a:prstGeom prst="rect">
            <a:avLst/>
          </a:prstGeom>
        </p:spPr>
      </p:pic>
      <p:pic>
        <p:nvPicPr>
          <p:cNvPr id="47" name="图片 46" descr="图表, 散点图&#10;&#10;AI 生成的内容可能不正确。">
            <a:extLst>
              <a:ext uri="{FF2B5EF4-FFF2-40B4-BE49-F238E27FC236}">
                <a16:creationId xmlns:a16="http://schemas.microsoft.com/office/drawing/2014/main" id="{F1E8B25E-1C3E-B283-074C-AA0661C8CC3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339" y="11439710"/>
            <a:ext cx="4453136" cy="3520447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2C39F38-BA84-52BC-7B5B-9EFC77DBC263}"/>
              </a:ext>
            </a:extLst>
          </p:cNvPr>
          <p:cNvSpPr txBox="1"/>
          <p:nvPr/>
        </p:nvSpPr>
        <p:spPr>
          <a:xfrm>
            <a:off x="4314841" y="11074567"/>
            <a:ext cx="1411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RPBE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0" name="图片 49" descr="图表, 散点图&#10;&#10;AI 生成的内容可能不正确。">
            <a:extLst>
              <a:ext uri="{FF2B5EF4-FFF2-40B4-BE49-F238E27FC236}">
                <a16:creationId xmlns:a16="http://schemas.microsoft.com/office/drawing/2014/main" id="{CF765786-E1EF-4FBF-A32A-E273B35295B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881" y="11401989"/>
            <a:ext cx="4453136" cy="3520447"/>
          </a:xfrm>
          <a:prstGeom prst="rect">
            <a:avLst/>
          </a:prstGeom>
        </p:spPr>
      </p:pic>
      <p:pic>
        <p:nvPicPr>
          <p:cNvPr id="52" name="图片 51" descr="图表, 散点图&#10;&#10;AI 生成的内容可能不正确。">
            <a:extLst>
              <a:ext uri="{FF2B5EF4-FFF2-40B4-BE49-F238E27FC236}">
                <a16:creationId xmlns:a16="http://schemas.microsoft.com/office/drawing/2014/main" id="{0D5B5458-7D6A-7317-66DB-0FCA78215C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883" y="7910879"/>
            <a:ext cx="4637541" cy="3503683"/>
          </a:xfrm>
          <a:prstGeom prst="rect">
            <a:avLst/>
          </a:prstGeom>
        </p:spPr>
      </p:pic>
      <p:sp>
        <p:nvSpPr>
          <p:cNvPr id="53" name="文本框 52">
            <a:extLst>
              <a:ext uri="{FF2B5EF4-FFF2-40B4-BE49-F238E27FC236}">
                <a16:creationId xmlns:a16="http://schemas.microsoft.com/office/drawing/2014/main" id="{035F229D-AB4C-6DB9-EA01-9B9083A28E48}"/>
              </a:ext>
            </a:extLst>
          </p:cNvPr>
          <p:cNvSpPr txBox="1"/>
          <p:nvPr/>
        </p:nvSpPr>
        <p:spPr>
          <a:xfrm>
            <a:off x="8691487" y="11074567"/>
            <a:ext cx="22742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RPBE + D3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593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表, 散点图&#10;&#10;AI 生成的内容可能不正确。">
            <a:extLst>
              <a:ext uri="{FF2B5EF4-FFF2-40B4-BE49-F238E27FC236}">
                <a16:creationId xmlns:a16="http://schemas.microsoft.com/office/drawing/2014/main" id="{CF7E869A-8C53-0F0B-423A-F2F963B044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1680"/>
            <a:ext cx="14306711" cy="1131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84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A0BBDB3-70BB-B58C-2E12-9DE1A1AD59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510321"/>
              </p:ext>
            </p:extLst>
          </p:nvPr>
        </p:nvGraphicFramePr>
        <p:xfrm>
          <a:off x="0" y="2052088"/>
          <a:ext cx="14462760" cy="12139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>
                  <a:extLst>
                    <a:ext uri="{9D8B030D-6E8A-4147-A177-3AD203B41FA5}">
                      <a16:colId xmlns:a16="http://schemas.microsoft.com/office/drawing/2014/main" val="3613169780"/>
                    </a:ext>
                  </a:extLst>
                </a:gridCol>
                <a:gridCol w="1595242">
                  <a:extLst>
                    <a:ext uri="{9D8B030D-6E8A-4147-A177-3AD203B41FA5}">
                      <a16:colId xmlns:a16="http://schemas.microsoft.com/office/drawing/2014/main" val="1237892974"/>
                    </a:ext>
                  </a:extLst>
                </a:gridCol>
                <a:gridCol w="857847">
                  <a:extLst>
                    <a:ext uri="{9D8B030D-6E8A-4147-A177-3AD203B41FA5}">
                      <a16:colId xmlns:a16="http://schemas.microsoft.com/office/drawing/2014/main" val="2153261776"/>
                    </a:ext>
                  </a:extLst>
                </a:gridCol>
                <a:gridCol w="1179539">
                  <a:extLst>
                    <a:ext uri="{9D8B030D-6E8A-4147-A177-3AD203B41FA5}">
                      <a16:colId xmlns:a16="http://schemas.microsoft.com/office/drawing/2014/main" val="3964076627"/>
                    </a:ext>
                  </a:extLst>
                </a:gridCol>
                <a:gridCol w="1085712">
                  <a:extLst>
                    <a:ext uri="{9D8B030D-6E8A-4147-A177-3AD203B41FA5}">
                      <a16:colId xmlns:a16="http://schemas.microsoft.com/office/drawing/2014/main" val="661123557"/>
                    </a:ext>
                  </a:extLst>
                </a:gridCol>
                <a:gridCol w="1125924">
                  <a:extLst>
                    <a:ext uri="{9D8B030D-6E8A-4147-A177-3AD203B41FA5}">
                      <a16:colId xmlns:a16="http://schemas.microsoft.com/office/drawing/2014/main" val="2193012067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435684412"/>
                    </a:ext>
                  </a:extLst>
                </a:gridCol>
                <a:gridCol w="1487828">
                  <a:extLst>
                    <a:ext uri="{9D8B030D-6E8A-4147-A177-3AD203B41FA5}">
                      <a16:colId xmlns:a16="http://schemas.microsoft.com/office/drawing/2014/main" val="192127258"/>
                    </a:ext>
                  </a:extLst>
                </a:gridCol>
                <a:gridCol w="1326982">
                  <a:extLst>
                    <a:ext uri="{9D8B030D-6E8A-4147-A177-3AD203B41FA5}">
                      <a16:colId xmlns:a16="http://schemas.microsoft.com/office/drawing/2014/main" val="91440127"/>
                    </a:ext>
                  </a:extLst>
                </a:gridCol>
                <a:gridCol w="1529380">
                  <a:extLst>
                    <a:ext uri="{9D8B030D-6E8A-4147-A177-3AD203B41FA5}">
                      <a16:colId xmlns:a16="http://schemas.microsoft.com/office/drawing/2014/main" val="1640588300"/>
                    </a:ext>
                  </a:extLst>
                </a:gridCol>
                <a:gridCol w="1272026">
                  <a:extLst>
                    <a:ext uri="{9D8B030D-6E8A-4147-A177-3AD203B41FA5}">
                      <a16:colId xmlns:a16="http://schemas.microsoft.com/office/drawing/2014/main" val="182861817"/>
                    </a:ext>
                  </a:extLst>
                </a:gridCol>
              </a:tblGrid>
              <a:tr h="386535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Elements with Single Atom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Spin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2000" b="1" i="0" kern="1200" dirty="0" err="1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vdW</a:t>
                      </a:r>
                      <a:r>
                        <a:rPr lang="en-US" altLang="zh-CN" sz="20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dispersion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marL="0" marR="0" lvl="0" indent="0" algn="l" defTabSz="14417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IDIPOL</a:t>
                      </a:r>
                    </a:p>
                    <a:p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DFT+U </a:t>
                      </a:r>
                    </a:p>
                    <a:p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 Value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 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 of Single Atom (eV)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Theory</a:t>
                      </a:r>
                    </a:p>
                    <a:p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marL="0" marR="0" lvl="0" indent="0" algn="l" defTabSz="14417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 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 of Theory (eV)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marL="0" marR="0" lvl="0" indent="0" algn="l" defTabSz="14417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 System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 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 of Experiment (eV)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434004619"/>
                  </a:ext>
                </a:extLst>
              </a:tr>
              <a:tr h="355832">
                <a:tc>
                  <a:txBody>
                    <a:bodyPr/>
                    <a:lstStyle/>
                    <a:p>
                      <a:r>
                        <a:rPr lang="en-US" altLang="zh-C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Ag-TiO2</a:t>
                      </a:r>
                      <a:endParaRPr lang="zh-CN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1.23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Ag/g-C₃N₄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0.8 - 1.2 </a:t>
                      </a:r>
                      <a:endParaRPr lang="zh-CN" altLang="en-US" sz="19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2928658882"/>
                  </a:ext>
                </a:extLst>
              </a:tr>
              <a:tr h="386535">
                <a:tc>
                  <a:txBody>
                    <a:bodyPr/>
                    <a:lstStyle/>
                    <a:p>
                      <a:r>
                        <a:rPr lang="en-US" altLang="zh-C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</a:t>
                      </a:r>
                      <a:endParaRPr lang="zh-CN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Au-TiO2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0.58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Au-P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0.19</a:t>
                      </a:r>
                      <a:endParaRPr lang="zh-CN" altLang="en-US" sz="19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210280306"/>
                  </a:ext>
                </a:extLst>
              </a:tr>
              <a:tr h="386535">
                <a:tc>
                  <a:txBody>
                    <a:bodyPr/>
                    <a:lstStyle/>
                    <a:p>
                      <a:r>
                        <a:rPr lang="en-US" altLang="zh-C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</a:t>
                      </a:r>
                      <a:endParaRPr lang="zh-CN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Bi-Ag metal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0.78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543169518"/>
                  </a:ext>
                </a:extLst>
              </a:tr>
              <a:tr h="386535">
                <a:tc>
                  <a:txBody>
                    <a:bodyPr/>
                    <a:lstStyle/>
                    <a:p>
                      <a:r>
                        <a:rPr lang="en-US" altLang="zh-C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</a:t>
                      </a:r>
                      <a:endParaRPr lang="zh-CN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CdN4C0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0.48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Cd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1.7</a:t>
                      </a:r>
                      <a:endParaRPr lang="zh-CN" altLang="en-US" sz="19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2978890318"/>
                  </a:ext>
                </a:extLst>
              </a:tr>
              <a:tr h="386535">
                <a:tc>
                  <a:txBody>
                    <a:bodyPr/>
                    <a:lstStyle/>
                    <a:p>
                      <a:r>
                        <a:rPr lang="en-US" altLang="zh-C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</a:t>
                      </a:r>
                      <a:endParaRPr lang="zh-CN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Co3O4/</a:t>
                      </a:r>
                      <a:r>
                        <a:rPr lang="en-US" altLang="zh-CN" sz="1900" dirty="0" err="1"/>
                        <a:t>CoOOH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0.76/0.78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Co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0.48 – 0.65</a:t>
                      </a:r>
                      <a:endParaRPr lang="zh-CN" altLang="en-US" sz="19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674019735"/>
                  </a:ext>
                </a:extLst>
              </a:tr>
              <a:tr h="386535">
                <a:tc>
                  <a:txBody>
                    <a:bodyPr/>
                    <a:lstStyle/>
                    <a:p>
                      <a:r>
                        <a:rPr lang="en-US" altLang="zh-C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</a:t>
                      </a:r>
                      <a:endParaRPr lang="zh-CN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Cr in </a:t>
                      </a:r>
                      <a:r>
                        <a:rPr lang="en-US" altLang="zh-CN" sz="1900" dirty="0" err="1"/>
                        <a:t>CoFeCr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1.7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Cr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1.7</a:t>
                      </a:r>
                      <a:endParaRPr lang="zh-CN" altLang="en-US" sz="19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3949903494"/>
                  </a:ext>
                </a:extLst>
              </a:tr>
              <a:tr h="386535">
                <a:tc>
                  <a:txBody>
                    <a:bodyPr/>
                    <a:lstStyle/>
                    <a:p>
                      <a:r>
                        <a:rPr lang="en-US" altLang="zh-C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</a:t>
                      </a:r>
                      <a:endParaRPr lang="zh-CN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 err="1"/>
                        <a:t>CuOOH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1.26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 err="1"/>
                        <a:t>CuO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1.8</a:t>
                      </a:r>
                      <a:endParaRPr lang="zh-CN" altLang="en-US" sz="19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3084987824"/>
                  </a:ext>
                </a:extLst>
              </a:tr>
              <a:tr h="386535">
                <a:tc>
                  <a:txBody>
                    <a:bodyPr/>
                    <a:lstStyle/>
                    <a:p>
                      <a:r>
                        <a:rPr lang="en-US" altLang="zh-C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</a:t>
                      </a:r>
                      <a:endParaRPr lang="zh-CN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 err="1"/>
                        <a:t>FeOOH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0.52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Fe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0.50 – 0.90</a:t>
                      </a:r>
                      <a:endParaRPr lang="zh-CN" altLang="en-US" sz="19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3008385004"/>
                  </a:ext>
                </a:extLst>
              </a:tr>
              <a:tr h="386535">
                <a:tc>
                  <a:txBody>
                    <a:bodyPr/>
                    <a:lstStyle/>
                    <a:p>
                      <a:r>
                        <a:rPr lang="en-US" altLang="zh-C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</a:t>
                      </a:r>
                      <a:endParaRPr lang="zh-CN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4075590387"/>
                  </a:ext>
                </a:extLst>
              </a:tr>
              <a:tr h="386535">
                <a:tc>
                  <a:txBody>
                    <a:bodyPr/>
                    <a:lstStyle/>
                    <a:p>
                      <a:r>
                        <a:rPr lang="en-US" altLang="zh-C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Hg</a:t>
                      </a:r>
                      <a:endParaRPr lang="zh-CN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611783424"/>
                  </a:ext>
                </a:extLst>
              </a:tr>
              <a:tr h="386535">
                <a:tc>
                  <a:txBody>
                    <a:bodyPr/>
                    <a:lstStyle/>
                    <a:p>
                      <a:r>
                        <a:rPr lang="en-US" altLang="zh-C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  <a:endParaRPr lang="zh-CN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294258697"/>
                  </a:ext>
                </a:extLst>
              </a:tr>
              <a:tr h="386535">
                <a:tc>
                  <a:txBody>
                    <a:bodyPr/>
                    <a:lstStyle/>
                    <a:p>
                      <a:r>
                        <a:rPr lang="en-US" altLang="zh-CN" sz="1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</a:t>
                      </a:r>
                      <a:endParaRPr lang="zh-CN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 err="1"/>
                        <a:t>Ir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0.33</a:t>
                      </a:r>
                      <a:endParaRPr lang="zh-CN" altLang="en-US" sz="19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984495916"/>
                  </a:ext>
                </a:extLst>
              </a:tr>
              <a:tr h="386535">
                <a:tc>
                  <a:txBody>
                    <a:bodyPr/>
                    <a:lstStyle/>
                    <a:p>
                      <a:r>
                        <a:rPr lang="en-US" altLang="zh-C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Mn</a:t>
                      </a:r>
                      <a:endParaRPr lang="zh-CN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Mn3O4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0.85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marL="0" marR="0" lvl="0" indent="0" algn="l" defTabSz="14417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/>
                        <a:t>Mn3O4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0.45</a:t>
                      </a:r>
                      <a:endParaRPr lang="zh-CN" altLang="en-US" sz="19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2556745517"/>
                  </a:ext>
                </a:extLst>
              </a:tr>
              <a:tr h="386535">
                <a:tc>
                  <a:txBody>
                    <a:bodyPr/>
                    <a:lstStyle/>
                    <a:p>
                      <a:r>
                        <a:rPr lang="en-US" altLang="zh-C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</a:t>
                      </a:r>
                      <a:endParaRPr lang="zh-CN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marL="0" marR="0" lvl="0" indent="0" algn="l" defTabSz="14417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/>
                        <a:t>Mo-MoS2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0.6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Mo-MoS2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0.33</a:t>
                      </a:r>
                      <a:endParaRPr lang="zh-CN" altLang="en-US" sz="19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2326218612"/>
                  </a:ext>
                </a:extLst>
              </a:tr>
              <a:tr h="386535">
                <a:tc>
                  <a:txBody>
                    <a:bodyPr/>
                    <a:lstStyle/>
                    <a:p>
                      <a:r>
                        <a:rPr lang="en-US" altLang="zh-C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</a:t>
                      </a:r>
                      <a:endParaRPr lang="zh-CN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 err="1"/>
                        <a:t>NiO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/>
                        <a:t>0.4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Ni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0.45 – 0.60</a:t>
                      </a:r>
                      <a:endParaRPr lang="zh-CN" altLang="en-US" sz="19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2432879690"/>
                  </a:ext>
                </a:extLst>
              </a:tr>
              <a:tr h="386535">
                <a:tc>
                  <a:txBody>
                    <a:bodyPr/>
                    <a:lstStyle/>
                    <a:p>
                      <a:r>
                        <a:rPr lang="en-US" altLang="zh-C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Pb</a:t>
                      </a:r>
                      <a:endParaRPr lang="zh-CN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4014133805"/>
                  </a:ext>
                </a:extLst>
              </a:tr>
              <a:tr h="386535">
                <a:tc>
                  <a:txBody>
                    <a:bodyPr/>
                    <a:lstStyle/>
                    <a:p>
                      <a:r>
                        <a:rPr lang="en-US" altLang="zh-C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Pd</a:t>
                      </a:r>
                      <a:endParaRPr lang="zh-CN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Pd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0.65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Pd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0.32</a:t>
                      </a:r>
                      <a:endParaRPr lang="zh-CN" altLang="en-US" sz="19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2685494585"/>
                  </a:ext>
                </a:extLst>
              </a:tr>
              <a:tr h="386535">
                <a:tc>
                  <a:txBody>
                    <a:bodyPr/>
                    <a:lstStyle/>
                    <a:p>
                      <a:r>
                        <a:rPr lang="en-US" altLang="zh-C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Pt</a:t>
                      </a:r>
                      <a:endParaRPr lang="zh-CN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Pt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0.55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Pt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0.53</a:t>
                      </a:r>
                      <a:endParaRPr lang="zh-CN" altLang="en-US" sz="19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991046718"/>
                  </a:ext>
                </a:extLst>
              </a:tr>
              <a:tr h="386535">
                <a:tc>
                  <a:txBody>
                    <a:bodyPr/>
                    <a:lstStyle/>
                    <a:p>
                      <a:r>
                        <a:rPr lang="en-US" altLang="zh-C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Rh</a:t>
                      </a:r>
                      <a:endParaRPr lang="zh-CN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Rh-Rh2O3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0.2</a:t>
                      </a:r>
                      <a:endParaRPr lang="zh-CN" altLang="en-US" sz="19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246295028"/>
                  </a:ext>
                </a:extLst>
              </a:tr>
              <a:tr h="386535">
                <a:tc>
                  <a:txBody>
                    <a:bodyPr/>
                    <a:lstStyle/>
                    <a:p>
                      <a:r>
                        <a:rPr lang="en-US" altLang="zh-C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</a:t>
                      </a:r>
                      <a:endParaRPr lang="zh-CN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RuO2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0.58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Ru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0.27</a:t>
                      </a:r>
                      <a:endParaRPr lang="zh-CN" altLang="en-US" sz="19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2040863258"/>
                  </a:ext>
                </a:extLst>
              </a:tr>
              <a:tr h="386535">
                <a:tc>
                  <a:txBody>
                    <a:bodyPr/>
                    <a:lstStyle/>
                    <a:p>
                      <a:r>
                        <a:rPr lang="en-US" altLang="zh-C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</a:t>
                      </a:r>
                      <a:endParaRPr lang="zh-CN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Sb/Sn ATO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0.3</a:t>
                      </a:r>
                      <a:endParaRPr lang="zh-CN" altLang="en-US" sz="19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2752169402"/>
                  </a:ext>
                </a:extLst>
              </a:tr>
              <a:tr h="386535">
                <a:tc>
                  <a:txBody>
                    <a:bodyPr/>
                    <a:lstStyle/>
                    <a:p>
                      <a:r>
                        <a:rPr lang="en-US" altLang="zh-C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</a:t>
                      </a:r>
                      <a:endParaRPr lang="zh-CN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SnO2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1.8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SnO2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1.2</a:t>
                      </a:r>
                      <a:endParaRPr lang="zh-CN" altLang="en-US" sz="19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2722660326"/>
                  </a:ext>
                </a:extLst>
              </a:tr>
              <a:tr h="386535">
                <a:tc>
                  <a:txBody>
                    <a:bodyPr/>
                    <a:lstStyle/>
                    <a:p>
                      <a:r>
                        <a:rPr lang="en-US" altLang="zh-C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</a:t>
                      </a:r>
                      <a:endParaRPr lang="zh-CN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marL="0" marR="0" lvl="0" indent="0" algn="l" defTabSz="14417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/>
                        <a:t>SrCoO3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0.32</a:t>
                      </a:r>
                      <a:endParaRPr lang="zh-CN" altLang="en-US" sz="19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3540007287"/>
                  </a:ext>
                </a:extLst>
              </a:tr>
              <a:tr h="386535">
                <a:tc>
                  <a:txBody>
                    <a:bodyPr/>
                    <a:lstStyle/>
                    <a:p>
                      <a:r>
                        <a:rPr lang="en-US" altLang="zh-C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Zn</a:t>
                      </a:r>
                      <a:endParaRPr lang="zh-CN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zh-CN" altLang="en-US" sz="190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 err="1"/>
                        <a:t>ZnO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1.1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ZnCo2O4</a:t>
                      </a:r>
                      <a:endParaRPr lang="zh-CN" altLang="en-US" sz="19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altLang="zh-CN" sz="1900" dirty="0"/>
                        <a:t>0.35</a:t>
                      </a:r>
                      <a:endParaRPr lang="zh-CN" altLang="en-US" sz="19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2729553735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790072EB-2719-ECC9-E269-37363731592A}"/>
              </a:ext>
            </a:extLst>
          </p:cNvPr>
          <p:cNvSpPr txBox="1"/>
          <p:nvPr/>
        </p:nvSpPr>
        <p:spPr>
          <a:xfrm>
            <a:off x="313900" y="1267810"/>
            <a:ext cx="4722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Table 1 theory vs experiment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64661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 descr="形状&#10;&#10;AI 生成的内容可能不正确。">
            <a:extLst>
              <a:ext uri="{FF2B5EF4-FFF2-40B4-BE49-F238E27FC236}">
                <a16:creationId xmlns:a16="http://schemas.microsoft.com/office/drawing/2014/main" id="{E92AD4A8-C5CC-1D15-4374-2F31134DF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75386">
            <a:off x="9559043" y="7970355"/>
            <a:ext cx="1159839" cy="1671113"/>
          </a:xfrm>
          <a:prstGeom prst="rect">
            <a:avLst/>
          </a:prstGeom>
        </p:spPr>
      </p:pic>
      <p:pic>
        <p:nvPicPr>
          <p:cNvPr id="39" name="图片 38" descr="卡通人物&#10;&#10;AI 生成的内容可能不正确。">
            <a:extLst>
              <a:ext uri="{FF2B5EF4-FFF2-40B4-BE49-F238E27FC236}">
                <a16:creationId xmlns:a16="http://schemas.microsoft.com/office/drawing/2014/main" id="{C42C9A35-80B4-C43C-D014-695F9FDC4B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38237">
            <a:off x="3575356" y="7917894"/>
            <a:ext cx="1346309" cy="197408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8ABACC1-AB1D-F3DF-CE7E-0763434E6615}"/>
              </a:ext>
            </a:extLst>
          </p:cNvPr>
          <p:cNvSpPr txBox="1"/>
          <p:nvPr/>
        </p:nvSpPr>
        <p:spPr>
          <a:xfrm>
            <a:off x="128018" y="1482748"/>
            <a:ext cx="1901953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 dirty="0"/>
              <a:t>Figure 2</a:t>
            </a:r>
            <a:endParaRPr lang="zh-CN" altLang="en-US" sz="1801" dirty="0"/>
          </a:p>
        </p:txBody>
      </p:sp>
      <p:pic>
        <p:nvPicPr>
          <p:cNvPr id="2" name="图片 1" descr="各种颜色的蔬菜&#10;&#10;AI 生成的内容可能不正确。">
            <a:extLst>
              <a:ext uri="{FF2B5EF4-FFF2-40B4-BE49-F238E27FC236}">
                <a16:creationId xmlns:a16="http://schemas.microsoft.com/office/drawing/2014/main" id="{A0E66565-14BA-C76C-DF7D-EA3FF31FF6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127" y="1690428"/>
            <a:ext cx="2820097" cy="2269426"/>
          </a:xfrm>
          <a:prstGeom prst="rect">
            <a:avLst/>
          </a:prstGeom>
        </p:spPr>
      </p:pic>
      <p:pic>
        <p:nvPicPr>
          <p:cNvPr id="3" name="图片 2" descr="各种颜色的蔬菜&#10;&#10;AI 生成的内容可能不正确。">
            <a:extLst>
              <a:ext uri="{FF2B5EF4-FFF2-40B4-BE49-F238E27FC236}">
                <a16:creationId xmlns:a16="http://schemas.microsoft.com/office/drawing/2014/main" id="{426B70A5-D2D4-13A5-7317-873DE833C4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2891" y="1482748"/>
            <a:ext cx="2873946" cy="2536372"/>
          </a:xfrm>
          <a:prstGeom prst="rect">
            <a:avLst/>
          </a:prstGeom>
        </p:spPr>
      </p:pic>
      <p:pic>
        <p:nvPicPr>
          <p:cNvPr id="5" name="图片 4" descr="桌子上放着许多蔬菜&#10;&#10;AI 生成的内容可能不正确。">
            <a:extLst>
              <a:ext uri="{FF2B5EF4-FFF2-40B4-BE49-F238E27FC236}">
                <a16:creationId xmlns:a16="http://schemas.microsoft.com/office/drawing/2014/main" id="{53110BF2-6427-DE9B-3F68-E37ED6F1D9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1249" y="1612929"/>
            <a:ext cx="3163419" cy="2424423"/>
          </a:xfrm>
          <a:prstGeom prst="rect">
            <a:avLst/>
          </a:prstGeom>
        </p:spPr>
      </p:pic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EEEEE51B-FF77-24C2-CD30-2A06043A45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5545" y="4019121"/>
            <a:ext cx="2148639" cy="4027916"/>
          </a:xfrm>
          <a:prstGeom prst="rect">
            <a:avLst/>
          </a:prstGeom>
        </p:spPr>
      </p:pic>
      <p:pic>
        <p:nvPicPr>
          <p:cNvPr id="7" name="图片 6" descr="图片包含 徽标&#10;&#10;AI 生成的内容可能不正确。">
            <a:extLst>
              <a:ext uri="{FF2B5EF4-FFF2-40B4-BE49-F238E27FC236}">
                <a16:creationId xmlns:a16="http://schemas.microsoft.com/office/drawing/2014/main" id="{1473585F-31DF-C5A1-450C-AAC106EB78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9797" y="4037351"/>
            <a:ext cx="2164534" cy="4027916"/>
          </a:xfrm>
          <a:prstGeom prst="rect">
            <a:avLst/>
          </a:prstGeom>
        </p:spPr>
      </p:pic>
      <p:pic>
        <p:nvPicPr>
          <p:cNvPr id="8" name="图片 7" descr="形状&#10;&#10;AI 生成的内容可能不正确。">
            <a:extLst>
              <a:ext uri="{FF2B5EF4-FFF2-40B4-BE49-F238E27FC236}">
                <a16:creationId xmlns:a16="http://schemas.microsoft.com/office/drawing/2014/main" id="{7142E9FF-F84D-608A-79E9-8FD9EE4585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1890" y="4037352"/>
            <a:ext cx="2164534" cy="402791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9E7C476-491F-F1A4-D35C-9AEC675CC581}"/>
              </a:ext>
            </a:extLst>
          </p:cNvPr>
          <p:cNvSpPr txBox="1"/>
          <p:nvPr/>
        </p:nvSpPr>
        <p:spPr>
          <a:xfrm>
            <a:off x="5228188" y="5754426"/>
            <a:ext cx="44879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180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180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4D282A9-FDC5-4CF9-313C-EAAF8E78DCDC}"/>
              </a:ext>
            </a:extLst>
          </p:cNvPr>
          <p:cNvSpPr txBox="1"/>
          <p:nvPr/>
        </p:nvSpPr>
        <p:spPr>
          <a:xfrm>
            <a:off x="11111112" y="5754426"/>
            <a:ext cx="44879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180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180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E97F734-01F7-1D22-C47B-87D337378DB5}"/>
              </a:ext>
            </a:extLst>
          </p:cNvPr>
          <p:cNvSpPr txBox="1"/>
          <p:nvPr/>
        </p:nvSpPr>
        <p:spPr>
          <a:xfrm>
            <a:off x="8248492" y="5754426"/>
            <a:ext cx="44879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180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180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F58B6F7-70CA-DF40-691D-C833883A0739}"/>
              </a:ext>
            </a:extLst>
          </p:cNvPr>
          <p:cNvSpPr txBox="1"/>
          <p:nvPr/>
        </p:nvSpPr>
        <p:spPr>
          <a:xfrm rot="16200000">
            <a:off x="2309875" y="5591243"/>
            <a:ext cx="13716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(eV)</a:t>
            </a:r>
            <a:endParaRPr lang="zh-CN" altLang="en-US" sz="1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2BE9E47-E81C-9638-A024-E1CA01F09056}"/>
              </a:ext>
            </a:extLst>
          </p:cNvPr>
          <p:cNvSpPr txBox="1"/>
          <p:nvPr/>
        </p:nvSpPr>
        <p:spPr>
          <a:xfrm rot="16200000">
            <a:off x="8157947" y="5591243"/>
            <a:ext cx="13716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(eV)</a:t>
            </a:r>
            <a:endParaRPr lang="zh-CN" altLang="en-US" sz="1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AAF1180-CCD7-C20D-0C6E-99839136F08E}"/>
              </a:ext>
            </a:extLst>
          </p:cNvPr>
          <p:cNvSpPr txBox="1"/>
          <p:nvPr/>
        </p:nvSpPr>
        <p:spPr>
          <a:xfrm rot="16200000">
            <a:off x="5291968" y="5591244"/>
            <a:ext cx="13716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(eV)</a:t>
            </a:r>
            <a:endParaRPr lang="zh-CN" altLang="en-US" sz="1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83E87DD-4A1D-22C5-88FC-328E3930D8E4}"/>
              </a:ext>
            </a:extLst>
          </p:cNvPr>
          <p:cNvSpPr txBox="1"/>
          <p:nvPr/>
        </p:nvSpPr>
        <p:spPr>
          <a:xfrm>
            <a:off x="4280406" y="4255988"/>
            <a:ext cx="1142366" cy="615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IpCOHP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CN" sz="1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4.117 eV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0F55BBE-50A9-0AD5-C189-FC08C509DE24}"/>
              </a:ext>
            </a:extLst>
          </p:cNvPr>
          <p:cNvSpPr txBox="1"/>
          <p:nvPr/>
        </p:nvSpPr>
        <p:spPr>
          <a:xfrm>
            <a:off x="7252171" y="4217240"/>
            <a:ext cx="1142366" cy="615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IpCOHP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CN" sz="1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7.040 eV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4A04374-D9FB-ADF4-98B8-3A24FAAD3E3D}"/>
              </a:ext>
            </a:extLst>
          </p:cNvPr>
          <p:cNvSpPr txBox="1"/>
          <p:nvPr/>
        </p:nvSpPr>
        <p:spPr>
          <a:xfrm>
            <a:off x="10117333" y="4246872"/>
            <a:ext cx="1142366" cy="615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IpCOHP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CN" sz="1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4.324 eV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223B0FF-F08A-6999-3559-5CBDF9EB4A7F}"/>
              </a:ext>
            </a:extLst>
          </p:cNvPr>
          <p:cNvSpPr txBox="1"/>
          <p:nvPr/>
        </p:nvSpPr>
        <p:spPr>
          <a:xfrm>
            <a:off x="3976609" y="1814068"/>
            <a:ext cx="8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1.94</a:t>
            </a:r>
            <a:endParaRPr lang="zh-CN" altLang="en-US" dirty="0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9EC07254-04E1-D2D2-85D0-1B11801D2C0C}"/>
              </a:ext>
            </a:extLst>
          </p:cNvPr>
          <p:cNvCxnSpPr>
            <a:cxnSpLocks/>
          </p:cNvCxnSpPr>
          <p:nvPr/>
        </p:nvCxnSpPr>
        <p:spPr>
          <a:xfrm>
            <a:off x="3967112" y="1941064"/>
            <a:ext cx="0" cy="42370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20B3B17E-1B5D-0366-C857-6D4E3636412B}"/>
              </a:ext>
            </a:extLst>
          </p:cNvPr>
          <p:cNvSpPr txBox="1"/>
          <p:nvPr/>
        </p:nvSpPr>
        <p:spPr>
          <a:xfrm>
            <a:off x="6926910" y="1814068"/>
            <a:ext cx="8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1.78</a:t>
            </a:r>
            <a:endParaRPr lang="zh-CN" altLang="en-US" dirty="0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18D93E76-0603-2DF4-8E70-EE90EE73DF23}"/>
              </a:ext>
            </a:extLst>
          </p:cNvPr>
          <p:cNvCxnSpPr>
            <a:cxnSpLocks/>
          </p:cNvCxnSpPr>
          <p:nvPr/>
        </p:nvCxnSpPr>
        <p:spPr>
          <a:xfrm>
            <a:off x="6917415" y="1941064"/>
            <a:ext cx="0" cy="42370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33869A9D-2D23-D160-7EB2-07947D6CB79A}"/>
              </a:ext>
            </a:extLst>
          </p:cNvPr>
          <p:cNvSpPr txBox="1"/>
          <p:nvPr/>
        </p:nvSpPr>
        <p:spPr>
          <a:xfrm>
            <a:off x="9753749" y="1756938"/>
            <a:ext cx="8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1.93</a:t>
            </a:r>
            <a:endParaRPr lang="zh-CN" altLang="en-US" dirty="0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F24E7C78-E8BD-600D-D2DA-3F535B83954D}"/>
              </a:ext>
            </a:extLst>
          </p:cNvPr>
          <p:cNvCxnSpPr>
            <a:cxnSpLocks/>
          </p:cNvCxnSpPr>
          <p:nvPr/>
        </p:nvCxnSpPr>
        <p:spPr>
          <a:xfrm>
            <a:off x="9753747" y="1837231"/>
            <a:ext cx="0" cy="42370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图片 39" descr="图片包含 游戏机&#10;&#10;AI 生成的内容可能不正确。">
            <a:extLst>
              <a:ext uri="{FF2B5EF4-FFF2-40B4-BE49-F238E27FC236}">
                <a16:creationId xmlns:a16="http://schemas.microsoft.com/office/drawing/2014/main" id="{7BEB2C2E-2C72-DF3E-D0CF-BC9C8CCAFA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0551114">
            <a:off x="6639564" y="8115762"/>
            <a:ext cx="1266940" cy="1859392"/>
          </a:xfrm>
          <a:prstGeom prst="rect">
            <a:avLst/>
          </a:prstGeom>
        </p:spPr>
      </p:pic>
      <p:pic>
        <p:nvPicPr>
          <p:cNvPr id="41" name="图片 40" descr="图表&#10;&#10;AI 生成的内容可能不正确。">
            <a:extLst>
              <a:ext uri="{FF2B5EF4-FFF2-40B4-BE49-F238E27FC236}">
                <a16:creationId xmlns:a16="http://schemas.microsoft.com/office/drawing/2014/main" id="{E0E4957A-860D-6627-8B34-E5FF72FE3E9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1751" y="9719617"/>
            <a:ext cx="2164067" cy="4027916"/>
          </a:xfrm>
          <a:prstGeom prst="rect">
            <a:avLst/>
          </a:prstGeom>
        </p:spPr>
      </p:pic>
      <p:pic>
        <p:nvPicPr>
          <p:cNvPr id="42" name="图片 41" descr="图片包含 图表&#10;&#10;AI 生成的内容可能不正确。">
            <a:extLst>
              <a:ext uri="{FF2B5EF4-FFF2-40B4-BE49-F238E27FC236}">
                <a16:creationId xmlns:a16="http://schemas.microsoft.com/office/drawing/2014/main" id="{A81BB18C-0F4C-180E-4D14-3EF910FB159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41710" y="9700604"/>
            <a:ext cx="2163140" cy="4027917"/>
          </a:xfrm>
          <a:prstGeom prst="rect">
            <a:avLst/>
          </a:prstGeom>
        </p:spPr>
      </p:pic>
      <p:pic>
        <p:nvPicPr>
          <p:cNvPr id="44" name="图片 43" descr="图表&#10;&#10;AI 生成的内容可能不正确。">
            <a:extLst>
              <a:ext uri="{FF2B5EF4-FFF2-40B4-BE49-F238E27FC236}">
                <a16:creationId xmlns:a16="http://schemas.microsoft.com/office/drawing/2014/main" id="{914F19EF-4DD0-0478-AA82-F724684038F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20122" y="9685483"/>
            <a:ext cx="2202178" cy="4027916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DE6E2791-F984-A2D4-696C-A1B35C82E132}"/>
              </a:ext>
            </a:extLst>
          </p:cNvPr>
          <p:cNvSpPr txBox="1"/>
          <p:nvPr/>
        </p:nvSpPr>
        <p:spPr>
          <a:xfrm>
            <a:off x="10239202" y="9820266"/>
            <a:ext cx="1142366" cy="615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IpCOHP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CN" sz="1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5.895 eV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F2AB833-5041-6140-F845-4A2EF420FC04}"/>
              </a:ext>
            </a:extLst>
          </p:cNvPr>
          <p:cNvSpPr txBox="1"/>
          <p:nvPr/>
        </p:nvSpPr>
        <p:spPr>
          <a:xfrm>
            <a:off x="7332301" y="9854401"/>
            <a:ext cx="1142366" cy="615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IpCOHP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CN" sz="1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6.965 eV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9E3D0C5-40BA-FAA1-615D-1B51E10B9B69}"/>
              </a:ext>
            </a:extLst>
          </p:cNvPr>
          <p:cNvSpPr txBox="1"/>
          <p:nvPr/>
        </p:nvSpPr>
        <p:spPr>
          <a:xfrm>
            <a:off x="4248508" y="9835385"/>
            <a:ext cx="1142366" cy="615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IpCOHP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CN" sz="1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4.676 eV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B8AA0AB-0F52-914E-26E3-522E6641CDAA}"/>
              </a:ext>
            </a:extLst>
          </p:cNvPr>
          <p:cNvSpPr txBox="1"/>
          <p:nvPr/>
        </p:nvSpPr>
        <p:spPr>
          <a:xfrm>
            <a:off x="5231591" y="11891973"/>
            <a:ext cx="44879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180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180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79D07C4-29E3-A083-523D-CCA13D645EFC}"/>
              </a:ext>
            </a:extLst>
          </p:cNvPr>
          <p:cNvSpPr txBox="1"/>
          <p:nvPr/>
        </p:nvSpPr>
        <p:spPr>
          <a:xfrm rot="16200000">
            <a:off x="2330513" y="11453125"/>
            <a:ext cx="13716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(eV)</a:t>
            </a:r>
            <a:endParaRPr lang="zh-CN" altLang="en-US" sz="1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AB99A9C-DC58-19D6-CCBB-D07DDA869DBD}"/>
              </a:ext>
            </a:extLst>
          </p:cNvPr>
          <p:cNvSpPr txBox="1"/>
          <p:nvPr/>
        </p:nvSpPr>
        <p:spPr>
          <a:xfrm>
            <a:off x="8251362" y="11554746"/>
            <a:ext cx="44879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180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180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C644845-96D9-0432-311E-0414AEBDE5F4}"/>
              </a:ext>
            </a:extLst>
          </p:cNvPr>
          <p:cNvSpPr txBox="1"/>
          <p:nvPr/>
        </p:nvSpPr>
        <p:spPr>
          <a:xfrm rot="16200000">
            <a:off x="5387104" y="11472141"/>
            <a:ext cx="13716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(eV)</a:t>
            </a:r>
            <a:endParaRPr lang="zh-CN" altLang="en-US" sz="1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D66223B2-FCA2-7273-B6CA-3C2E0DF41782}"/>
              </a:ext>
            </a:extLst>
          </p:cNvPr>
          <p:cNvSpPr txBox="1"/>
          <p:nvPr/>
        </p:nvSpPr>
        <p:spPr>
          <a:xfrm>
            <a:off x="11215734" y="11520607"/>
            <a:ext cx="44879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180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180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887C768-FE3F-AE56-A428-40E4090F6E23}"/>
              </a:ext>
            </a:extLst>
          </p:cNvPr>
          <p:cNvSpPr txBox="1"/>
          <p:nvPr/>
        </p:nvSpPr>
        <p:spPr>
          <a:xfrm rot="16200000">
            <a:off x="8351476" y="11438004"/>
            <a:ext cx="13716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(eV)</a:t>
            </a:r>
            <a:endParaRPr lang="zh-CN" altLang="en-US" sz="1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0C27F28-E4E6-8347-9CA3-039AECC81F93}"/>
              </a:ext>
            </a:extLst>
          </p:cNvPr>
          <p:cNvSpPr txBox="1"/>
          <p:nvPr/>
        </p:nvSpPr>
        <p:spPr>
          <a:xfrm>
            <a:off x="7394161" y="8613184"/>
            <a:ext cx="8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1.74</a:t>
            </a:r>
            <a:endParaRPr lang="zh-CN" altLang="en-US" dirty="0"/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BC627492-D213-8C3B-A5E0-DF98BB225576}"/>
              </a:ext>
            </a:extLst>
          </p:cNvPr>
          <p:cNvCxnSpPr>
            <a:cxnSpLocks/>
          </p:cNvCxnSpPr>
          <p:nvPr/>
        </p:nvCxnSpPr>
        <p:spPr>
          <a:xfrm>
            <a:off x="7384664" y="8740179"/>
            <a:ext cx="0" cy="42370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5EC5C4DD-C57E-1207-2A0D-AB63AD9D8401}"/>
              </a:ext>
            </a:extLst>
          </p:cNvPr>
          <p:cNvSpPr txBox="1"/>
          <p:nvPr/>
        </p:nvSpPr>
        <p:spPr>
          <a:xfrm>
            <a:off x="4309367" y="8594168"/>
            <a:ext cx="8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1.87</a:t>
            </a:r>
            <a:endParaRPr lang="zh-CN" altLang="en-US" dirty="0"/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342979E1-366C-C4DB-8C2D-4BBAC8AE6D78}"/>
              </a:ext>
            </a:extLst>
          </p:cNvPr>
          <p:cNvCxnSpPr>
            <a:cxnSpLocks/>
          </p:cNvCxnSpPr>
          <p:nvPr/>
        </p:nvCxnSpPr>
        <p:spPr>
          <a:xfrm>
            <a:off x="4299870" y="8721164"/>
            <a:ext cx="0" cy="42370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7756F3CC-3898-7814-DE6F-ECCBC8B45E19}"/>
              </a:ext>
            </a:extLst>
          </p:cNvPr>
          <p:cNvSpPr txBox="1"/>
          <p:nvPr/>
        </p:nvSpPr>
        <p:spPr>
          <a:xfrm>
            <a:off x="10386478" y="8628940"/>
            <a:ext cx="8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1.80</a:t>
            </a:r>
            <a:endParaRPr lang="zh-CN" altLang="en-US" dirty="0"/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823AD4FE-E1DB-C75A-B63B-4F5E65B5F070}"/>
              </a:ext>
            </a:extLst>
          </p:cNvPr>
          <p:cNvCxnSpPr>
            <a:cxnSpLocks/>
          </p:cNvCxnSpPr>
          <p:nvPr/>
        </p:nvCxnSpPr>
        <p:spPr>
          <a:xfrm>
            <a:off x="10376982" y="8755936"/>
            <a:ext cx="0" cy="42370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61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 descr="图表, 折线图&#10;&#10;AI 生成的内容可能不正确。">
            <a:extLst>
              <a:ext uri="{FF2B5EF4-FFF2-40B4-BE49-F238E27FC236}">
                <a16:creationId xmlns:a16="http://schemas.microsoft.com/office/drawing/2014/main" id="{2C15F0E4-E137-34A8-F47A-80E3A5A3E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0322" y="9647098"/>
            <a:ext cx="4590297" cy="3572263"/>
          </a:xfrm>
          <a:prstGeom prst="rect">
            <a:avLst/>
          </a:prstGeom>
        </p:spPr>
      </p:pic>
      <p:pic>
        <p:nvPicPr>
          <p:cNvPr id="9" name="图片 8" descr="图表, 散点图&#10;&#10;AI 生成的内容可能不正确。">
            <a:extLst>
              <a:ext uri="{FF2B5EF4-FFF2-40B4-BE49-F238E27FC236}">
                <a16:creationId xmlns:a16="http://schemas.microsoft.com/office/drawing/2014/main" id="{29CBFB96-8AE5-DB3D-C2D7-8CC95CD152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86" y="2581820"/>
            <a:ext cx="4462280" cy="3532639"/>
          </a:xfrm>
          <a:prstGeom prst="rect">
            <a:avLst/>
          </a:prstGeom>
        </p:spPr>
      </p:pic>
      <p:pic>
        <p:nvPicPr>
          <p:cNvPr id="11" name="图片 10" descr="图表&#10;&#10;AI 生成的内容可能不正确。">
            <a:extLst>
              <a:ext uri="{FF2B5EF4-FFF2-40B4-BE49-F238E27FC236}">
                <a16:creationId xmlns:a16="http://schemas.microsoft.com/office/drawing/2014/main" id="{61BC66A0-54E6-0B9B-6F86-06B83B8A76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654" y="2581820"/>
            <a:ext cx="4459233" cy="3532639"/>
          </a:xfrm>
          <a:prstGeom prst="rect">
            <a:avLst/>
          </a:prstGeom>
        </p:spPr>
      </p:pic>
      <p:pic>
        <p:nvPicPr>
          <p:cNvPr id="13" name="图片 12" descr="图表, 折线图, 散点图&#10;&#10;AI 生成的内容可能不正确。">
            <a:extLst>
              <a:ext uri="{FF2B5EF4-FFF2-40B4-BE49-F238E27FC236}">
                <a16:creationId xmlns:a16="http://schemas.microsoft.com/office/drawing/2014/main" id="{882490DC-13EB-AABA-05D7-F6A2A70C97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2887" y="2581820"/>
            <a:ext cx="4459233" cy="353263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5680478-6640-0F21-D8C6-645737CEA110}"/>
              </a:ext>
            </a:extLst>
          </p:cNvPr>
          <p:cNvSpPr txBox="1"/>
          <p:nvPr/>
        </p:nvSpPr>
        <p:spPr>
          <a:xfrm>
            <a:off x="128018" y="1482748"/>
            <a:ext cx="1901953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 dirty="0"/>
              <a:t>Figure 3</a:t>
            </a:r>
            <a:endParaRPr lang="zh-CN" altLang="en-US" sz="1801" dirty="0"/>
          </a:p>
        </p:txBody>
      </p:sp>
      <p:pic>
        <p:nvPicPr>
          <p:cNvPr id="6" name="图片 5" descr="图表, 散点图&#10;&#10;AI 生成的内容可能不正确。">
            <a:extLst>
              <a:ext uri="{FF2B5EF4-FFF2-40B4-BE49-F238E27FC236}">
                <a16:creationId xmlns:a16="http://schemas.microsoft.com/office/drawing/2014/main" id="{4BB6FDF3-911A-CFC8-E815-33AEF66944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935" y="6114460"/>
            <a:ext cx="4459233" cy="3532639"/>
          </a:xfrm>
          <a:prstGeom prst="rect">
            <a:avLst/>
          </a:prstGeom>
        </p:spPr>
      </p:pic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8A16B078-B247-1EA8-04B8-1CD74D2DB7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367" y="6114459"/>
            <a:ext cx="4460757" cy="3532639"/>
          </a:xfrm>
          <a:prstGeom prst="rect">
            <a:avLst/>
          </a:prstGeom>
        </p:spPr>
      </p:pic>
      <p:pic>
        <p:nvPicPr>
          <p:cNvPr id="12" name="图片 11" descr="图表&#10;&#10;AI 生成的内容可能不正确。">
            <a:extLst>
              <a:ext uri="{FF2B5EF4-FFF2-40B4-BE49-F238E27FC236}">
                <a16:creationId xmlns:a16="http://schemas.microsoft.com/office/drawing/2014/main" id="{242CBBBF-0E53-8B57-023B-8C10BD0567B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2885" y="6114460"/>
            <a:ext cx="4459233" cy="3532639"/>
          </a:xfrm>
          <a:prstGeom prst="rect">
            <a:avLst/>
          </a:prstGeom>
        </p:spPr>
      </p:pic>
      <p:pic>
        <p:nvPicPr>
          <p:cNvPr id="15" name="图片 14" descr="图表&#10;&#10;AI 生成的内容可能不正确。">
            <a:extLst>
              <a:ext uri="{FF2B5EF4-FFF2-40B4-BE49-F238E27FC236}">
                <a16:creationId xmlns:a16="http://schemas.microsoft.com/office/drawing/2014/main" id="{F2194571-CF4E-ED4A-B73B-9DC08A72A52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96" y="9647099"/>
            <a:ext cx="4459233" cy="3532639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4A287859-1AC8-C042-FCA2-3CAE10D0E9BF}"/>
              </a:ext>
            </a:extLst>
          </p:cNvPr>
          <p:cNvSpPr txBox="1"/>
          <p:nvPr/>
        </p:nvSpPr>
        <p:spPr>
          <a:xfrm>
            <a:off x="13115846" y="11651486"/>
            <a:ext cx="677333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 b="1" dirty="0">
                <a:solidFill>
                  <a:srgbClr val="4C6F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lang="zh-CN" altLang="en-US" sz="1801" b="1" dirty="0">
              <a:solidFill>
                <a:srgbClr val="4C6F8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2E562A6-E8F4-8121-445C-742D8851D3E5}"/>
              </a:ext>
            </a:extLst>
          </p:cNvPr>
          <p:cNvSpPr txBox="1"/>
          <p:nvPr/>
        </p:nvSpPr>
        <p:spPr>
          <a:xfrm>
            <a:off x="13115848" y="11365669"/>
            <a:ext cx="677333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 b="1" dirty="0">
                <a:solidFill>
                  <a:srgbClr val="E68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</a:t>
            </a:r>
            <a:endParaRPr lang="zh-CN" altLang="en-US" sz="1801" b="1" dirty="0">
              <a:solidFill>
                <a:srgbClr val="E68A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5CB77BA-5C11-CE94-BE36-6D6D406C3FA9}"/>
              </a:ext>
            </a:extLst>
          </p:cNvPr>
          <p:cNvSpPr txBox="1"/>
          <p:nvPr/>
        </p:nvSpPr>
        <p:spPr>
          <a:xfrm>
            <a:off x="13115842" y="11063893"/>
            <a:ext cx="83028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 b="1" dirty="0">
                <a:solidFill>
                  <a:srgbClr val="9C61A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endParaRPr lang="zh-CN" altLang="en-US" sz="1801" b="1" dirty="0">
              <a:solidFill>
                <a:srgbClr val="9C61A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80FEBBF-049B-66C8-4072-8619A00B3722}"/>
              </a:ext>
            </a:extLst>
          </p:cNvPr>
          <p:cNvSpPr txBox="1"/>
          <p:nvPr/>
        </p:nvSpPr>
        <p:spPr>
          <a:xfrm>
            <a:off x="13115848" y="10234686"/>
            <a:ext cx="677333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 b="1" dirty="0" err="1">
                <a:solidFill>
                  <a:srgbClr val="D968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endParaRPr lang="zh-CN" altLang="en-US" sz="1801" b="1" dirty="0">
              <a:solidFill>
                <a:srgbClr val="D9685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E9BAD5E-D9FD-289D-59FD-72C728E060EE}"/>
              </a:ext>
            </a:extLst>
          </p:cNvPr>
          <p:cNvSpPr txBox="1"/>
          <p:nvPr/>
        </p:nvSpPr>
        <p:spPr>
          <a:xfrm>
            <a:off x="13115845" y="12340225"/>
            <a:ext cx="677333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 b="1" dirty="0">
                <a:solidFill>
                  <a:srgbClr val="1C9E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endParaRPr lang="zh-CN" altLang="en-US" sz="1801" b="1" dirty="0">
              <a:solidFill>
                <a:srgbClr val="1C9E7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3240756-59F9-9538-C217-5470C4C70251}"/>
              </a:ext>
            </a:extLst>
          </p:cNvPr>
          <p:cNvSpPr txBox="1"/>
          <p:nvPr/>
        </p:nvSpPr>
        <p:spPr>
          <a:xfrm>
            <a:off x="13115848" y="10761220"/>
            <a:ext cx="677333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 b="1" dirty="0">
                <a:solidFill>
                  <a:srgbClr val="75C2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</a:t>
            </a:r>
            <a:endParaRPr lang="zh-CN" altLang="en-US" sz="1801" b="1" dirty="0">
              <a:solidFill>
                <a:srgbClr val="75C26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DF80A53-48C0-AD2C-90C6-AB3371C920FD}"/>
              </a:ext>
            </a:extLst>
          </p:cNvPr>
          <p:cNvSpPr txBox="1"/>
          <p:nvPr/>
        </p:nvSpPr>
        <p:spPr>
          <a:xfrm>
            <a:off x="13115845" y="12054410"/>
            <a:ext cx="677333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 b="1" dirty="0">
                <a:solidFill>
                  <a:srgbClr val="64C8D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endParaRPr lang="zh-CN" altLang="en-US" sz="1801" b="1" dirty="0">
              <a:solidFill>
                <a:srgbClr val="64C8D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90E2A79-B26E-AE1A-A364-8AE2A293FE2F}"/>
              </a:ext>
            </a:extLst>
          </p:cNvPr>
          <p:cNvSpPr txBox="1"/>
          <p:nvPr/>
        </p:nvSpPr>
        <p:spPr>
          <a:xfrm>
            <a:off x="9737649" y="11651485"/>
            <a:ext cx="677333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 b="1" dirty="0">
                <a:solidFill>
                  <a:srgbClr val="567C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</a:t>
            </a:r>
            <a:endParaRPr lang="zh-CN" altLang="en-US" sz="1801" b="1" dirty="0">
              <a:solidFill>
                <a:srgbClr val="567C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图片 28" descr="图表, 散点图&#10;&#10;AI 生成的内容可能不正确。">
            <a:extLst>
              <a:ext uri="{FF2B5EF4-FFF2-40B4-BE49-F238E27FC236}">
                <a16:creationId xmlns:a16="http://schemas.microsoft.com/office/drawing/2014/main" id="{E6EFBDD2-6926-C8ED-D0DD-2AE4377BD1E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080" y="9647097"/>
            <a:ext cx="4462280" cy="353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723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表, 折线图, 散点图&#10;&#10;AI 生成的内容可能不正确。">
            <a:extLst>
              <a:ext uri="{FF2B5EF4-FFF2-40B4-BE49-F238E27FC236}">
                <a16:creationId xmlns:a16="http://schemas.microsoft.com/office/drawing/2014/main" id="{DBAAF7A5-EEEA-2FCB-7CCA-88B9DB7F99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837" y="515120"/>
            <a:ext cx="6197008" cy="4909318"/>
          </a:xfrm>
          <a:prstGeom prst="rect">
            <a:avLst/>
          </a:prstGeom>
        </p:spPr>
      </p:pic>
      <p:pic>
        <p:nvPicPr>
          <p:cNvPr id="5" name="图片 4" descr="图表, 散点图&#10;&#10;AI 生成的内容可能不正确。">
            <a:extLst>
              <a:ext uri="{FF2B5EF4-FFF2-40B4-BE49-F238E27FC236}">
                <a16:creationId xmlns:a16="http://schemas.microsoft.com/office/drawing/2014/main" id="{F26DBAE5-15E8-259E-7CF8-AC18199C75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49" y="5424438"/>
            <a:ext cx="6201243" cy="4912673"/>
          </a:xfrm>
          <a:prstGeom prst="rect">
            <a:avLst/>
          </a:prstGeom>
        </p:spPr>
      </p:pic>
      <p:pic>
        <p:nvPicPr>
          <p:cNvPr id="6" name="图片 5" descr="图表&#10;&#10;AI 生成的内容可能不正确。">
            <a:extLst>
              <a:ext uri="{FF2B5EF4-FFF2-40B4-BE49-F238E27FC236}">
                <a16:creationId xmlns:a16="http://schemas.microsoft.com/office/drawing/2014/main" id="{7E204063-1989-1A0B-E133-0B20F788D5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837" y="5424439"/>
            <a:ext cx="6201244" cy="4912674"/>
          </a:xfrm>
          <a:prstGeom prst="rect">
            <a:avLst/>
          </a:prstGeom>
        </p:spPr>
      </p:pic>
      <p:pic>
        <p:nvPicPr>
          <p:cNvPr id="7" name="图片 6" descr="图表&#10;&#10;AI 生成的内容可能不正确。">
            <a:extLst>
              <a:ext uri="{FF2B5EF4-FFF2-40B4-BE49-F238E27FC236}">
                <a16:creationId xmlns:a16="http://schemas.microsoft.com/office/drawing/2014/main" id="{DE68DDBF-94F5-9014-8FD4-0186D0EFBC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49" y="10337110"/>
            <a:ext cx="6201243" cy="4912673"/>
          </a:xfrm>
          <a:prstGeom prst="rect">
            <a:avLst/>
          </a:prstGeom>
        </p:spPr>
      </p:pic>
      <p:pic>
        <p:nvPicPr>
          <p:cNvPr id="8" name="图片 7" descr="图表, 散点图&#10;&#10;AI 生成的内容可能不正确。">
            <a:extLst>
              <a:ext uri="{FF2B5EF4-FFF2-40B4-BE49-F238E27FC236}">
                <a16:creationId xmlns:a16="http://schemas.microsoft.com/office/drawing/2014/main" id="{B14D1FA8-4EC2-C847-1643-6E015EB20F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837" y="10337110"/>
            <a:ext cx="6201243" cy="490931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E29950A-4876-0B82-53CE-FF05E772D2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377" y="764830"/>
            <a:ext cx="6662138" cy="440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51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 descr="图表&#10;&#10;AI 生成的内容可能不正确。">
            <a:extLst>
              <a:ext uri="{FF2B5EF4-FFF2-40B4-BE49-F238E27FC236}">
                <a16:creationId xmlns:a16="http://schemas.microsoft.com/office/drawing/2014/main" id="{D13B88C6-C82F-726D-06E3-C7C8EA85E3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64967"/>
            <a:ext cx="2639906" cy="4228421"/>
          </a:xfrm>
          <a:prstGeom prst="rect">
            <a:avLst/>
          </a:prstGeom>
        </p:spPr>
      </p:pic>
      <p:pic>
        <p:nvPicPr>
          <p:cNvPr id="34" name="图片 33" descr="图表&#10;&#10;AI 生成的内容可能不正确。">
            <a:extLst>
              <a:ext uri="{FF2B5EF4-FFF2-40B4-BE49-F238E27FC236}">
                <a16:creationId xmlns:a16="http://schemas.microsoft.com/office/drawing/2014/main" id="{11BA9CA6-1B85-CFFA-7ADD-0EA9752E34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395" y="11764968"/>
            <a:ext cx="2639905" cy="4228420"/>
          </a:xfrm>
          <a:prstGeom prst="rect">
            <a:avLst/>
          </a:prstGeom>
        </p:spPr>
      </p:pic>
      <p:pic>
        <p:nvPicPr>
          <p:cNvPr id="36" name="图片 35" descr="图表&#10;&#10;AI 生成的内容可能不正确。">
            <a:extLst>
              <a:ext uri="{FF2B5EF4-FFF2-40B4-BE49-F238E27FC236}">
                <a16:creationId xmlns:a16="http://schemas.microsoft.com/office/drawing/2014/main" id="{04E17741-D710-68A1-D97B-9D26325432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414" y="11764968"/>
            <a:ext cx="2639905" cy="4228420"/>
          </a:xfrm>
          <a:prstGeom prst="rect">
            <a:avLst/>
          </a:prstGeom>
        </p:spPr>
      </p:pic>
      <p:pic>
        <p:nvPicPr>
          <p:cNvPr id="40" name="图片 39" descr="图表&#10;&#10;AI 生成的内容可能不正确。">
            <a:extLst>
              <a:ext uri="{FF2B5EF4-FFF2-40B4-BE49-F238E27FC236}">
                <a16:creationId xmlns:a16="http://schemas.microsoft.com/office/drawing/2014/main" id="{40DAD14B-40B6-D5E1-C45A-9C10A2FE62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354" y="11764967"/>
            <a:ext cx="2639905" cy="4228420"/>
          </a:xfrm>
          <a:prstGeom prst="rect">
            <a:avLst/>
          </a:prstGeom>
        </p:spPr>
      </p:pic>
      <p:pic>
        <p:nvPicPr>
          <p:cNvPr id="43" name="图片 42" descr="图表&#10;&#10;AI 生成的内容可能不正确。">
            <a:extLst>
              <a:ext uri="{FF2B5EF4-FFF2-40B4-BE49-F238E27FC236}">
                <a16:creationId xmlns:a16="http://schemas.microsoft.com/office/drawing/2014/main" id="{565A3CDE-5E19-9ADC-DAD2-4121329C09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817" y="11764967"/>
            <a:ext cx="2639905" cy="4228420"/>
          </a:xfrm>
          <a:prstGeom prst="rect">
            <a:avLst/>
          </a:prstGeom>
        </p:spPr>
      </p:pic>
      <p:pic>
        <p:nvPicPr>
          <p:cNvPr id="45" name="图片 44" descr="图表&#10;&#10;AI 生成的内容可能不正确。">
            <a:extLst>
              <a:ext uri="{FF2B5EF4-FFF2-40B4-BE49-F238E27FC236}">
                <a16:creationId xmlns:a16="http://schemas.microsoft.com/office/drawing/2014/main" id="{626DA050-7D03-DA1F-1115-33A39054D0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4469" y="11764967"/>
            <a:ext cx="2639905" cy="4228420"/>
          </a:xfrm>
          <a:prstGeom prst="rect">
            <a:avLst/>
          </a:prstGeom>
        </p:spPr>
      </p:pic>
      <p:pic>
        <p:nvPicPr>
          <p:cNvPr id="29" name="图片 28" descr="图表&#10;&#10;AI 生成的内容可能不正确。">
            <a:extLst>
              <a:ext uri="{FF2B5EF4-FFF2-40B4-BE49-F238E27FC236}">
                <a16:creationId xmlns:a16="http://schemas.microsoft.com/office/drawing/2014/main" id="{E8755D98-0A65-D186-8838-1DC36C3BF2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" y="7880134"/>
            <a:ext cx="2639906" cy="4228420"/>
          </a:xfrm>
          <a:prstGeom prst="rect">
            <a:avLst/>
          </a:prstGeom>
        </p:spPr>
      </p:pic>
      <p:pic>
        <p:nvPicPr>
          <p:cNvPr id="31" name="图片 30" descr="图表, 条形图, 直方图&#10;&#10;AI 生成的内容可能不正确。">
            <a:extLst>
              <a:ext uri="{FF2B5EF4-FFF2-40B4-BE49-F238E27FC236}">
                <a16:creationId xmlns:a16="http://schemas.microsoft.com/office/drawing/2014/main" id="{0E8EBE0F-92A8-266B-82A5-43BCA94214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395" y="7880134"/>
            <a:ext cx="2662762" cy="4228420"/>
          </a:xfrm>
          <a:prstGeom prst="rect">
            <a:avLst/>
          </a:prstGeom>
        </p:spPr>
      </p:pic>
      <p:pic>
        <p:nvPicPr>
          <p:cNvPr id="33" name="图片 32" descr="图表, 直方图&#10;&#10;AI 生成的内容可能不正确。">
            <a:extLst>
              <a:ext uri="{FF2B5EF4-FFF2-40B4-BE49-F238E27FC236}">
                <a16:creationId xmlns:a16="http://schemas.microsoft.com/office/drawing/2014/main" id="{BDDBB27A-BF1D-5AD0-53ED-B6220E9A9EB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030" y="7880134"/>
            <a:ext cx="2662762" cy="4228420"/>
          </a:xfrm>
          <a:prstGeom prst="rect">
            <a:avLst/>
          </a:prstGeom>
        </p:spPr>
      </p:pic>
      <p:pic>
        <p:nvPicPr>
          <p:cNvPr id="37" name="图片 36" descr="图表, 折线图&#10;&#10;AI 生成的内容可能不正确。">
            <a:extLst>
              <a:ext uri="{FF2B5EF4-FFF2-40B4-BE49-F238E27FC236}">
                <a16:creationId xmlns:a16="http://schemas.microsoft.com/office/drawing/2014/main" id="{270844AC-2C5F-C0DC-A954-DBF430270B5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238" y="7880134"/>
            <a:ext cx="2662762" cy="4228420"/>
          </a:xfrm>
          <a:prstGeom prst="rect">
            <a:avLst/>
          </a:prstGeom>
        </p:spPr>
      </p:pic>
      <p:pic>
        <p:nvPicPr>
          <p:cNvPr id="39" name="图片 38" descr="图表, 折线图&#10;&#10;AI 生成的内容可能不正确。">
            <a:extLst>
              <a:ext uri="{FF2B5EF4-FFF2-40B4-BE49-F238E27FC236}">
                <a16:creationId xmlns:a16="http://schemas.microsoft.com/office/drawing/2014/main" id="{5D940D78-9B71-CC46-76B3-B958C876F15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945" y="7880134"/>
            <a:ext cx="2662762" cy="4228420"/>
          </a:xfrm>
          <a:prstGeom prst="rect">
            <a:avLst/>
          </a:prstGeom>
        </p:spPr>
      </p:pic>
      <p:pic>
        <p:nvPicPr>
          <p:cNvPr id="41" name="图片 40" descr="图表&#10;&#10;AI 生成的内容可能不正确。">
            <a:extLst>
              <a:ext uri="{FF2B5EF4-FFF2-40B4-BE49-F238E27FC236}">
                <a16:creationId xmlns:a16="http://schemas.microsoft.com/office/drawing/2014/main" id="{79BB98A3-F82D-7961-B741-B6E918246CF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4469" y="7880134"/>
            <a:ext cx="2639906" cy="4228420"/>
          </a:xfrm>
          <a:prstGeom prst="rect">
            <a:avLst/>
          </a:prstGeom>
        </p:spPr>
      </p:pic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6DAF82B6-EFFB-BADB-7A67-CC220AA276D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2" y="3921763"/>
            <a:ext cx="2662762" cy="4265030"/>
          </a:xfrm>
          <a:prstGeom prst="rect">
            <a:avLst/>
          </a:prstGeom>
        </p:spPr>
      </p:pic>
      <p:pic>
        <p:nvPicPr>
          <p:cNvPr id="7" name="图片 6" descr="图表, 条形图&#10;&#10;AI 生成的内容可能不正确。">
            <a:extLst>
              <a:ext uri="{FF2B5EF4-FFF2-40B4-BE49-F238E27FC236}">
                <a16:creationId xmlns:a16="http://schemas.microsoft.com/office/drawing/2014/main" id="{C61D9F68-CF6F-AADC-6AAA-873CFD4E18B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506" y="3921763"/>
            <a:ext cx="2662762" cy="4265030"/>
          </a:xfrm>
          <a:prstGeom prst="rect">
            <a:avLst/>
          </a:prstGeom>
        </p:spPr>
      </p:pic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43CB75EB-68A4-06C5-9345-03E2CF3EC9C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913" y="3921763"/>
            <a:ext cx="2662762" cy="4265030"/>
          </a:xfrm>
          <a:prstGeom prst="rect">
            <a:avLst/>
          </a:prstGeom>
        </p:spPr>
      </p:pic>
      <p:pic>
        <p:nvPicPr>
          <p:cNvPr id="11" name="图片 10" descr="图表&#10;&#10;AI 生成的内容可能不正确。">
            <a:extLst>
              <a:ext uri="{FF2B5EF4-FFF2-40B4-BE49-F238E27FC236}">
                <a16:creationId xmlns:a16="http://schemas.microsoft.com/office/drawing/2014/main" id="{CF0FE59C-EBF2-F6C5-8EA4-F1DAAE59C35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437" y="3921763"/>
            <a:ext cx="2685816" cy="4265030"/>
          </a:xfrm>
          <a:prstGeom prst="rect">
            <a:avLst/>
          </a:prstGeom>
        </p:spPr>
      </p:pic>
      <p:pic>
        <p:nvPicPr>
          <p:cNvPr id="13" name="图片 12" descr="图表&#10;&#10;AI 生成的内容可能不正确。">
            <a:extLst>
              <a:ext uri="{FF2B5EF4-FFF2-40B4-BE49-F238E27FC236}">
                <a16:creationId xmlns:a16="http://schemas.microsoft.com/office/drawing/2014/main" id="{7ACF231E-4CB6-8044-6BAD-F09391F05AE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144" y="3921763"/>
            <a:ext cx="2662762" cy="4265030"/>
          </a:xfrm>
          <a:prstGeom prst="rect">
            <a:avLst/>
          </a:prstGeom>
        </p:spPr>
      </p:pic>
      <p:pic>
        <p:nvPicPr>
          <p:cNvPr id="15" name="图片 14" descr="图表&#10;&#10;AI 生成的内容可能不正确。">
            <a:extLst>
              <a:ext uri="{FF2B5EF4-FFF2-40B4-BE49-F238E27FC236}">
                <a16:creationId xmlns:a16="http://schemas.microsoft.com/office/drawing/2014/main" id="{954F3571-6D9B-24A0-FB66-1D4DD0CF249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4668" y="3921763"/>
            <a:ext cx="2662762" cy="4228420"/>
          </a:xfrm>
          <a:prstGeom prst="rect">
            <a:avLst/>
          </a:prstGeom>
        </p:spPr>
      </p:pic>
      <p:pic>
        <p:nvPicPr>
          <p:cNvPr id="27" name="图片 26" descr="图表&#10;&#10;AI 生成的内容可能不正确。">
            <a:extLst>
              <a:ext uri="{FF2B5EF4-FFF2-40B4-BE49-F238E27FC236}">
                <a16:creationId xmlns:a16="http://schemas.microsoft.com/office/drawing/2014/main" id="{A729468C-9E22-76CB-2F04-4C0A5A0E70F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8558" y="0"/>
            <a:ext cx="2685817" cy="4301958"/>
          </a:xfrm>
          <a:prstGeom prst="rect">
            <a:avLst/>
          </a:prstGeom>
        </p:spPr>
      </p:pic>
      <p:pic>
        <p:nvPicPr>
          <p:cNvPr id="25" name="图片 24" descr="图表, 散点图&#10;&#10;AI 生成的内容可能不正确。">
            <a:extLst>
              <a:ext uri="{FF2B5EF4-FFF2-40B4-BE49-F238E27FC236}">
                <a16:creationId xmlns:a16="http://schemas.microsoft.com/office/drawing/2014/main" id="{32558A75-13B5-E808-8DCF-51461486EB9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8561" y="0"/>
            <a:ext cx="2685817" cy="4301958"/>
          </a:xfrm>
          <a:prstGeom prst="rect">
            <a:avLst/>
          </a:prstGeom>
        </p:spPr>
      </p:pic>
      <p:pic>
        <p:nvPicPr>
          <p:cNvPr id="23" name="图片 22" descr="图表, 散点图&#10;&#10;AI 生成的内容可能不正确。">
            <a:extLst>
              <a:ext uri="{FF2B5EF4-FFF2-40B4-BE49-F238E27FC236}">
                <a16:creationId xmlns:a16="http://schemas.microsoft.com/office/drawing/2014/main" id="{EBBCF1D4-A33B-1444-37B2-A2124219E30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327" y="2"/>
            <a:ext cx="2685817" cy="4301958"/>
          </a:xfrm>
          <a:prstGeom prst="rect">
            <a:avLst/>
          </a:prstGeom>
        </p:spPr>
      </p:pic>
      <p:pic>
        <p:nvPicPr>
          <p:cNvPr id="21" name="图片 20" descr="图表&#10;&#10;AI 生成的内容可能不正确。">
            <a:extLst>
              <a:ext uri="{FF2B5EF4-FFF2-40B4-BE49-F238E27FC236}">
                <a16:creationId xmlns:a16="http://schemas.microsoft.com/office/drawing/2014/main" id="{9EA990D1-8F1E-0E23-E493-D087C980713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858" y="2"/>
            <a:ext cx="2685817" cy="4301958"/>
          </a:xfrm>
          <a:prstGeom prst="rect">
            <a:avLst/>
          </a:prstGeom>
        </p:spPr>
      </p:pic>
      <p:pic>
        <p:nvPicPr>
          <p:cNvPr id="19" name="图片 18" descr="图表&#10;&#10;AI 生成的内容可能不正确。">
            <a:extLst>
              <a:ext uri="{FF2B5EF4-FFF2-40B4-BE49-F238E27FC236}">
                <a16:creationId xmlns:a16="http://schemas.microsoft.com/office/drawing/2014/main" id="{5E8C450D-6302-5482-1D9B-6E86F708A27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395" y="0"/>
            <a:ext cx="2685818" cy="4301960"/>
          </a:xfrm>
          <a:prstGeom prst="rect">
            <a:avLst/>
          </a:prstGeom>
        </p:spPr>
      </p:pic>
      <p:pic>
        <p:nvPicPr>
          <p:cNvPr id="17" name="图片 16" descr="图表&#10;&#10;AI 生成的内容可能不正确。">
            <a:extLst>
              <a:ext uri="{FF2B5EF4-FFF2-40B4-BE49-F238E27FC236}">
                <a16:creationId xmlns:a16="http://schemas.microsoft.com/office/drawing/2014/main" id="{C7DD6624-19F6-19A3-3CAF-A946ECC08CC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" y="2"/>
            <a:ext cx="2685817" cy="430195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DED7C6A-B0E2-050D-87C8-7F2AD78A684C}"/>
              </a:ext>
            </a:extLst>
          </p:cNvPr>
          <p:cNvSpPr txBox="1"/>
          <p:nvPr/>
        </p:nvSpPr>
        <p:spPr>
          <a:xfrm>
            <a:off x="1083021" y="-5020"/>
            <a:ext cx="1076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180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655F40-CD03-8426-FC2E-882268B7FABB}"/>
              </a:ext>
            </a:extLst>
          </p:cNvPr>
          <p:cNvSpPr txBox="1"/>
          <p:nvPr/>
        </p:nvSpPr>
        <p:spPr>
          <a:xfrm>
            <a:off x="3318434" y="-5020"/>
            <a:ext cx="1076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170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0F93DB-7BD3-AEB3-1068-FE4BF0DD0C54}"/>
              </a:ext>
            </a:extLst>
          </p:cNvPr>
          <p:cNvSpPr txBox="1"/>
          <p:nvPr/>
        </p:nvSpPr>
        <p:spPr>
          <a:xfrm>
            <a:off x="5609212" y="0"/>
            <a:ext cx="1076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160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5883DE-B92D-B0DB-DF30-A564A42D0E9D}"/>
              </a:ext>
            </a:extLst>
          </p:cNvPr>
          <p:cNvSpPr txBox="1"/>
          <p:nvPr/>
        </p:nvSpPr>
        <p:spPr>
          <a:xfrm>
            <a:off x="7857511" y="0"/>
            <a:ext cx="1076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150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68D52A9-1F1B-B25D-4393-A69424A2E04B}"/>
              </a:ext>
            </a:extLst>
          </p:cNvPr>
          <p:cNvSpPr txBox="1"/>
          <p:nvPr/>
        </p:nvSpPr>
        <p:spPr>
          <a:xfrm>
            <a:off x="10279870" y="0"/>
            <a:ext cx="1076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111C4A-2CF8-93A0-14CE-438022622DF2}"/>
              </a:ext>
            </a:extLst>
          </p:cNvPr>
          <p:cNvSpPr txBox="1"/>
          <p:nvPr/>
        </p:nvSpPr>
        <p:spPr>
          <a:xfrm>
            <a:off x="12521214" y="0"/>
            <a:ext cx="1076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130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81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DA5AD0-6C9D-DBD8-12CB-267F1318149B}"/>
              </a:ext>
            </a:extLst>
          </p:cNvPr>
          <p:cNvSpPr txBox="1"/>
          <p:nvPr/>
        </p:nvSpPr>
        <p:spPr>
          <a:xfrm>
            <a:off x="419100" y="671513"/>
            <a:ext cx="190195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 dirty="0"/>
              <a:t>Figure 4</a:t>
            </a:r>
            <a:endParaRPr lang="zh-CN" altLang="en-US" sz="1801" dirty="0"/>
          </a:p>
        </p:txBody>
      </p:sp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FF8BCEFD-ED55-68F3-DC90-0D1ACDB35C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8"/>
          <a:stretch>
            <a:fillRect/>
          </a:stretch>
        </p:blipFill>
        <p:spPr>
          <a:xfrm>
            <a:off x="2655107" y="900116"/>
            <a:ext cx="2532486" cy="3714495"/>
          </a:xfrm>
          <a:prstGeom prst="rect">
            <a:avLst/>
          </a:prstGeom>
        </p:spPr>
      </p:pic>
      <p:pic>
        <p:nvPicPr>
          <p:cNvPr id="7" name="图片 6" descr="图表, 折线图, 直方图&#10;&#10;AI 生成的内容可能不正确。">
            <a:extLst>
              <a:ext uri="{FF2B5EF4-FFF2-40B4-BE49-F238E27FC236}">
                <a16:creationId xmlns:a16="http://schemas.microsoft.com/office/drawing/2014/main" id="{840E9AEE-746B-AC64-B83A-FA981D106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8"/>
          <a:stretch>
            <a:fillRect/>
          </a:stretch>
        </p:blipFill>
        <p:spPr>
          <a:xfrm>
            <a:off x="4812240" y="900115"/>
            <a:ext cx="2532486" cy="3714496"/>
          </a:xfrm>
          <a:prstGeom prst="rect">
            <a:avLst/>
          </a:prstGeom>
        </p:spPr>
      </p:pic>
      <p:pic>
        <p:nvPicPr>
          <p:cNvPr id="8" name="图片 7" descr="图表, 折线图, 直方图&#10;&#10;AI 生成的内容可能不正确。">
            <a:extLst>
              <a:ext uri="{FF2B5EF4-FFF2-40B4-BE49-F238E27FC236}">
                <a16:creationId xmlns:a16="http://schemas.microsoft.com/office/drawing/2014/main" id="{3AEF7851-8977-B510-1F3A-0C1EB61BB4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8"/>
          <a:stretch>
            <a:fillRect/>
          </a:stretch>
        </p:blipFill>
        <p:spPr>
          <a:xfrm>
            <a:off x="6969373" y="900115"/>
            <a:ext cx="2532486" cy="3714496"/>
          </a:xfrm>
          <a:prstGeom prst="rect">
            <a:avLst/>
          </a:prstGeom>
        </p:spPr>
      </p:pic>
      <p:pic>
        <p:nvPicPr>
          <p:cNvPr id="9" name="图片 8" descr="图表, 折线图, 直方图&#10;&#10;AI 生成的内容可能不正确。">
            <a:extLst>
              <a:ext uri="{FF2B5EF4-FFF2-40B4-BE49-F238E27FC236}">
                <a16:creationId xmlns:a16="http://schemas.microsoft.com/office/drawing/2014/main" id="{E29EAF5E-2781-2CD6-3F60-8F6886C13D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8"/>
          <a:stretch>
            <a:fillRect/>
          </a:stretch>
        </p:blipFill>
        <p:spPr>
          <a:xfrm>
            <a:off x="9126510" y="900115"/>
            <a:ext cx="2532485" cy="3714496"/>
          </a:xfrm>
          <a:prstGeom prst="rect">
            <a:avLst/>
          </a:prstGeom>
        </p:spPr>
      </p:pic>
      <p:pic>
        <p:nvPicPr>
          <p:cNvPr id="10" name="图片 9" descr="图表, 折线图, 直方图&#10;&#10;AI 生成的内容可能不正确。">
            <a:extLst>
              <a:ext uri="{FF2B5EF4-FFF2-40B4-BE49-F238E27FC236}">
                <a16:creationId xmlns:a16="http://schemas.microsoft.com/office/drawing/2014/main" id="{E1CB1B36-BBF7-7B7F-53D7-CDAC46BEB4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8"/>
          <a:stretch>
            <a:fillRect/>
          </a:stretch>
        </p:blipFill>
        <p:spPr>
          <a:xfrm>
            <a:off x="11283642" y="900113"/>
            <a:ext cx="2532483" cy="3714496"/>
          </a:xfrm>
          <a:prstGeom prst="rect">
            <a:avLst/>
          </a:prstGeom>
        </p:spPr>
      </p:pic>
      <p:pic>
        <p:nvPicPr>
          <p:cNvPr id="64" name="图片 63" descr="图表, 折线图&#10;&#10;AI 生成的内容可能不正确。">
            <a:extLst>
              <a:ext uri="{FF2B5EF4-FFF2-40B4-BE49-F238E27FC236}">
                <a16:creationId xmlns:a16="http://schemas.microsoft.com/office/drawing/2014/main" id="{89F9AF57-25B8-C94F-40C9-C49CEDBB0C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8"/>
          <a:stretch>
            <a:fillRect/>
          </a:stretch>
        </p:blipFill>
        <p:spPr>
          <a:xfrm>
            <a:off x="497970" y="8139947"/>
            <a:ext cx="2532483" cy="3714495"/>
          </a:xfrm>
          <a:prstGeom prst="rect">
            <a:avLst/>
          </a:prstGeom>
        </p:spPr>
      </p:pic>
      <p:pic>
        <p:nvPicPr>
          <p:cNvPr id="66" name="图片 65" descr="图表, 折线图&#10;&#10;AI 生成的内容可能不正确。">
            <a:extLst>
              <a:ext uri="{FF2B5EF4-FFF2-40B4-BE49-F238E27FC236}">
                <a16:creationId xmlns:a16="http://schemas.microsoft.com/office/drawing/2014/main" id="{7B17364E-2B68-F51A-1B0C-7C3728EAEC4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8"/>
          <a:stretch>
            <a:fillRect/>
          </a:stretch>
        </p:blipFill>
        <p:spPr>
          <a:xfrm>
            <a:off x="2655108" y="8139950"/>
            <a:ext cx="2532483" cy="3714496"/>
          </a:xfrm>
          <a:prstGeom prst="rect">
            <a:avLst/>
          </a:prstGeom>
        </p:spPr>
      </p:pic>
      <p:pic>
        <p:nvPicPr>
          <p:cNvPr id="68" name="图片 67" descr="图表, 折线图&#10;&#10;AI 生成的内容可能不正确。">
            <a:extLst>
              <a:ext uri="{FF2B5EF4-FFF2-40B4-BE49-F238E27FC236}">
                <a16:creationId xmlns:a16="http://schemas.microsoft.com/office/drawing/2014/main" id="{73DD65B2-D474-B0BF-BF55-0180E28546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8"/>
          <a:stretch>
            <a:fillRect/>
          </a:stretch>
        </p:blipFill>
        <p:spPr>
          <a:xfrm>
            <a:off x="4812240" y="8139949"/>
            <a:ext cx="2532483" cy="3714497"/>
          </a:xfrm>
          <a:prstGeom prst="rect">
            <a:avLst/>
          </a:prstGeom>
        </p:spPr>
      </p:pic>
      <p:pic>
        <p:nvPicPr>
          <p:cNvPr id="70" name="图片 69" descr="图表, 折线图&#10;&#10;AI 生成的内容可能不正确。">
            <a:extLst>
              <a:ext uri="{FF2B5EF4-FFF2-40B4-BE49-F238E27FC236}">
                <a16:creationId xmlns:a16="http://schemas.microsoft.com/office/drawing/2014/main" id="{2FE38F9B-F2C3-7456-E96A-DC94035AB9B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8"/>
          <a:stretch>
            <a:fillRect/>
          </a:stretch>
        </p:blipFill>
        <p:spPr>
          <a:xfrm>
            <a:off x="6969372" y="8139948"/>
            <a:ext cx="2532483" cy="3714498"/>
          </a:xfrm>
          <a:prstGeom prst="rect">
            <a:avLst/>
          </a:prstGeom>
        </p:spPr>
      </p:pic>
      <p:pic>
        <p:nvPicPr>
          <p:cNvPr id="72" name="图片 71" descr="图表, 折线图, 直方图&#10;&#10;AI 生成的内容可能不正确。">
            <a:extLst>
              <a:ext uri="{FF2B5EF4-FFF2-40B4-BE49-F238E27FC236}">
                <a16:creationId xmlns:a16="http://schemas.microsoft.com/office/drawing/2014/main" id="{2A612145-B107-5F13-15CC-A0082DFDA6D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8"/>
          <a:stretch>
            <a:fillRect/>
          </a:stretch>
        </p:blipFill>
        <p:spPr>
          <a:xfrm>
            <a:off x="9126508" y="8139948"/>
            <a:ext cx="2532483" cy="3714498"/>
          </a:xfrm>
          <a:prstGeom prst="rect">
            <a:avLst/>
          </a:prstGeom>
        </p:spPr>
      </p:pic>
      <p:pic>
        <p:nvPicPr>
          <p:cNvPr id="74" name="图片 73" descr="图表, 折线图, 直方图&#10;&#10;AI 生成的内容可能不正确。">
            <a:extLst>
              <a:ext uri="{FF2B5EF4-FFF2-40B4-BE49-F238E27FC236}">
                <a16:creationId xmlns:a16="http://schemas.microsoft.com/office/drawing/2014/main" id="{FD5FC783-50AF-C7B8-A606-F3E71EDC749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8"/>
          <a:stretch>
            <a:fillRect/>
          </a:stretch>
        </p:blipFill>
        <p:spPr>
          <a:xfrm>
            <a:off x="11283640" y="8139947"/>
            <a:ext cx="2532483" cy="3714499"/>
          </a:xfrm>
          <a:prstGeom prst="rect">
            <a:avLst/>
          </a:prstGeom>
        </p:spPr>
      </p:pic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9F68F3C9-A302-8F68-9746-27031262A7E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8"/>
          <a:stretch>
            <a:fillRect/>
          </a:stretch>
        </p:blipFill>
        <p:spPr>
          <a:xfrm>
            <a:off x="497974" y="900119"/>
            <a:ext cx="2532486" cy="3714495"/>
          </a:xfrm>
          <a:prstGeom prst="rect">
            <a:avLst/>
          </a:prstGeom>
        </p:spPr>
      </p:pic>
      <p:pic>
        <p:nvPicPr>
          <p:cNvPr id="62" name="图片 61" descr="图表, 折线图&#10;&#10;AI 生成的内容可能不正确。">
            <a:extLst>
              <a:ext uri="{FF2B5EF4-FFF2-40B4-BE49-F238E27FC236}">
                <a16:creationId xmlns:a16="http://schemas.microsoft.com/office/drawing/2014/main" id="{33E8CDDB-AA57-7B93-C479-5155B9ADD834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8"/>
          <a:stretch>
            <a:fillRect/>
          </a:stretch>
        </p:blipFill>
        <p:spPr>
          <a:xfrm>
            <a:off x="497970" y="4498773"/>
            <a:ext cx="2532483" cy="3714495"/>
          </a:xfrm>
          <a:prstGeom prst="rect">
            <a:avLst/>
          </a:prstGeom>
        </p:spPr>
      </p:pic>
      <p:pic>
        <p:nvPicPr>
          <p:cNvPr id="50" name="图片 49" descr="图表&#10;&#10;AI 生成的内容可能不正确。">
            <a:extLst>
              <a:ext uri="{FF2B5EF4-FFF2-40B4-BE49-F238E27FC236}">
                <a16:creationId xmlns:a16="http://schemas.microsoft.com/office/drawing/2014/main" id="{5DC147CA-1D5E-4841-8B5D-E946E2948A4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76"/>
          <a:stretch>
            <a:fillRect/>
          </a:stretch>
        </p:blipFill>
        <p:spPr>
          <a:xfrm>
            <a:off x="2655108" y="4541297"/>
            <a:ext cx="2532483" cy="3671970"/>
          </a:xfrm>
          <a:prstGeom prst="rect">
            <a:avLst/>
          </a:prstGeom>
        </p:spPr>
      </p:pic>
      <p:pic>
        <p:nvPicPr>
          <p:cNvPr id="52" name="图片 51" descr="图表, 直方图&#10;&#10;AI 生成的内容可能不正确。">
            <a:extLst>
              <a:ext uri="{FF2B5EF4-FFF2-40B4-BE49-F238E27FC236}">
                <a16:creationId xmlns:a16="http://schemas.microsoft.com/office/drawing/2014/main" id="{4B51CD4B-07FA-4117-A0E3-87E7E2587F8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76"/>
          <a:stretch>
            <a:fillRect/>
          </a:stretch>
        </p:blipFill>
        <p:spPr>
          <a:xfrm>
            <a:off x="4812242" y="4541297"/>
            <a:ext cx="2532483" cy="3671970"/>
          </a:xfrm>
          <a:prstGeom prst="rect">
            <a:avLst/>
          </a:prstGeom>
        </p:spPr>
      </p:pic>
      <p:pic>
        <p:nvPicPr>
          <p:cNvPr id="54" name="图片 53" descr="图表, 直方图&#10;&#10;AI 生成的内容可能不正确。">
            <a:extLst>
              <a:ext uri="{FF2B5EF4-FFF2-40B4-BE49-F238E27FC236}">
                <a16:creationId xmlns:a16="http://schemas.microsoft.com/office/drawing/2014/main" id="{2523CEDF-BD65-D9DD-6F3D-3E2BB2A8FDE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76"/>
          <a:stretch>
            <a:fillRect/>
          </a:stretch>
        </p:blipFill>
        <p:spPr>
          <a:xfrm>
            <a:off x="6969372" y="4541297"/>
            <a:ext cx="2532483" cy="3671970"/>
          </a:xfrm>
          <a:prstGeom prst="rect">
            <a:avLst/>
          </a:prstGeom>
        </p:spPr>
      </p:pic>
      <p:pic>
        <p:nvPicPr>
          <p:cNvPr id="56" name="图片 55" descr="图表&#10;&#10;AI 生成的内容可能不正确。">
            <a:extLst>
              <a:ext uri="{FF2B5EF4-FFF2-40B4-BE49-F238E27FC236}">
                <a16:creationId xmlns:a16="http://schemas.microsoft.com/office/drawing/2014/main" id="{08E3E955-C82B-A820-A8BA-4BBE0955B94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76"/>
          <a:stretch>
            <a:fillRect/>
          </a:stretch>
        </p:blipFill>
        <p:spPr>
          <a:xfrm>
            <a:off x="9126508" y="4541297"/>
            <a:ext cx="2532483" cy="3671970"/>
          </a:xfrm>
          <a:prstGeom prst="rect">
            <a:avLst/>
          </a:prstGeom>
        </p:spPr>
      </p:pic>
      <p:pic>
        <p:nvPicPr>
          <p:cNvPr id="60" name="图片 59" descr="图表&#10;&#10;AI 生成的内容可能不正确。">
            <a:extLst>
              <a:ext uri="{FF2B5EF4-FFF2-40B4-BE49-F238E27FC236}">
                <a16:creationId xmlns:a16="http://schemas.microsoft.com/office/drawing/2014/main" id="{A503620E-A908-AADB-A879-CDDE399F467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76"/>
          <a:stretch>
            <a:fillRect/>
          </a:stretch>
        </p:blipFill>
        <p:spPr>
          <a:xfrm>
            <a:off x="11283640" y="4541297"/>
            <a:ext cx="2532483" cy="367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495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4588</TotalTime>
  <Words>263</Words>
  <Application>Microsoft Office PowerPoint</Application>
  <PresentationFormat>自定义</PresentationFormat>
  <Paragraphs>162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Aptos</vt:lpstr>
      <vt:lpstr>Aptos Display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呉　英凱</dc:creator>
  <cp:lastModifiedBy>呉　英凱</cp:lastModifiedBy>
  <cp:revision>14</cp:revision>
  <dcterms:created xsi:type="dcterms:W3CDTF">2025-12-18T08:28:54Z</dcterms:created>
  <dcterms:modified xsi:type="dcterms:W3CDTF">2026-05-14T01:54:06Z</dcterms:modified>
</cp:coreProperties>
</file>